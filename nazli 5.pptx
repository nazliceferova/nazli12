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6"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8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24DAA8-063E-4A2E-8A30-72EE95C7194E}" type="doc">
      <dgm:prSet loTypeId="urn:microsoft.com/office/officeart/2005/8/layout/cycle7" loCatId="cycle" qsTypeId="urn:microsoft.com/office/officeart/2005/8/quickstyle/simple1" qsCatId="simple" csTypeId="urn:microsoft.com/office/officeart/2005/8/colors/accent0_1" csCatId="mainScheme" phldr="1"/>
      <dgm:spPr/>
      <dgm:t>
        <a:bodyPr/>
        <a:lstStyle/>
        <a:p>
          <a:endParaRPr lang="en-US"/>
        </a:p>
      </dgm:t>
    </dgm:pt>
    <dgm:pt modelId="{A2803D3F-7FFD-45AF-81B4-3B5138D3974C}">
      <dgm:prSet phldrT="[Text]">
        <dgm:style>
          <a:lnRef idx="1">
            <a:schemeClr val="accent2"/>
          </a:lnRef>
          <a:fillRef idx="2">
            <a:schemeClr val="accent2"/>
          </a:fillRef>
          <a:effectRef idx="1">
            <a:schemeClr val="accent2"/>
          </a:effectRef>
          <a:fontRef idx="minor">
            <a:schemeClr val="dk1"/>
          </a:fontRef>
        </dgm:style>
      </dgm:prSet>
      <dgm:spPr>
        <a:ln/>
      </dgm:spPr>
      <dgm:t>
        <a:bodyPr/>
        <a:lstStyle/>
        <a:p>
          <a:r>
            <a:rPr lang="en-US" b="1" dirty="0" smtClean="0">
              <a:solidFill>
                <a:schemeClr val="tx1"/>
              </a:solidFill>
            </a:rPr>
            <a:t>home</a:t>
          </a:r>
          <a:endParaRPr lang="en-US" b="1" dirty="0">
            <a:solidFill>
              <a:schemeClr val="tx1"/>
            </a:solidFill>
          </a:endParaRPr>
        </a:p>
      </dgm:t>
    </dgm:pt>
    <dgm:pt modelId="{A9CFEEE3-BD42-4D48-B330-D8FCD5618496}" type="parTrans" cxnId="{0563DD07-7028-435B-8B1D-89C39F2CDAD6}">
      <dgm:prSet/>
      <dgm:spPr/>
      <dgm:t>
        <a:bodyPr/>
        <a:lstStyle/>
        <a:p>
          <a:endParaRPr lang="en-US"/>
        </a:p>
      </dgm:t>
    </dgm:pt>
    <dgm:pt modelId="{F90B6556-59CF-4E97-926F-866D39DF23F6}" type="sibTrans" cxnId="{0563DD07-7028-435B-8B1D-89C39F2CDAD6}">
      <dgm:prSet>
        <dgm:style>
          <a:lnRef idx="2">
            <a:schemeClr val="dk1">
              <a:shade val="50000"/>
            </a:schemeClr>
          </a:lnRef>
          <a:fillRef idx="1">
            <a:schemeClr val="dk1"/>
          </a:fillRef>
          <a:effectRef idx="0">
            <a:schemeClr val="dk1"/>
          </a:effectRef>
          <a:fontRef idx="minor">
            <a:schemeClr val="lt1"/>
          </a:fontRef>
        </dgm:style>
      </dgm:prSet>
      <dgm:spPr>
        <a:ln/>
      </dgm:spPr>
      <dgm:t>
        <a:bodyPr/>
        <a:lstStyle/>
        <a:p>
          <a:endParaRPr lang="en-US"/>
        </a:p>
      </dgm:t>
    </dgm:pt>
    <dgm:pt modelId="{8C0CFFC2-499B-4849-BF46-87BC5DCE5DB6}">
      <dgm:prSet phldrT="[Text]">
        <dgm:style>
          <a:lnRef idx="1">
            <a:schemeClr val="accent2"/>
          </a:lnRef>
          <a:fillRef idx="2">
            <a:schemeClr val="accent2"/>
          </a:fillRef>
          <a:effectRef idx="1">
            <a:schemeClr val="accent2"/>
          </a:effectRef>
          <a:fontRef idx="minor">
            <a:schemeClr val="dk1"/>
          </a:fontRef>
        </dgm:style>
      </dgm:prSet>
      <dgm:spPr>
        <a:ln/>
      </dgm:spPr>
      <dgm:t>
        <a:bodyPr/>
        <a:lstStyle/>
        <a:p>
          <a:r>
            <a:rPr lang="en-US" b="1" dirty="0" smtClean="0">
              <a:solidFill>
                <a:schemeClr val="tx1"/>
              </a:solidFill>
            </a:rPr>
            <a:t>insert</a:t>
          </a:r>
          <a:endParaRPr lang="en-US" b="1" dirty="0">
            <a:solidFill>
              <a:schemeClr val="tx1"/>
            </a:solidFill>
          </a:endParaRPr>
        </a:p>
      </dgm:t>
    </dgm:pt>
    <dgm:pt modelId="{B64792D6-9C87-41C4-8688-9479C3BDFA2A}" type="parTrans" cxnId="{FD47CB93-0045-4090-8C14-24230FCAFB57}">
      <dgm:prSet/>
      <dgm:spPr/>
      <dgm:t>
        <a:bodyPr/>
        <a:lstStyle/>
        <a:p>
          <a:endParaRPr lang="en-US"/>
        </a:p>
      </dgm:t>
    </dgm:pt>
    <dgm:pt modelId="{4E1FEEB8-A742-47A7-92EC-3CA4D189F8C5}" type="sibTrans" cxnId="{FD47CB93-0045-4090-8C14-24230FCAFB57}">
      <dgm:prSet>
        <dgm:style>
          <a:lnRef idx="2">
            <a:schemeClr val="dk1">
              <a:shade val="50000"/>
            </a:schemeClr>
          </a:lnRef>
          <a:fillRef idx="1">
            <a:schemeClr val="dk1"/>
          </a:fillRef>
          <a:effectRef idx="0">
            <a:schemeClr val="dk1"/>
          </a:effectRef>
          <a:fontRef idx="minor">
            <a:schemeClr val="lt1"/>
          </a:fontRef>
        </dgm:style>
      </dgm:prSet>
      <dgm:spPr/>
      <dgm:t>
        <a:bodyPr/>
        <a:lstStyle/>
        <a:p>
          <a:endParaRPr lang="en-US"/>
        </a:p>
      </dgm:t>
    </dgm:pt>
    <dgm:pt modelId="{8280CDA2-5A03-410A-A987-9B1E70BBB22A}">
      <dgm:prSet phldrT="[Text]">
        <dgm:style>
          <a:lnRef idx="1">
            <a:schemeClr val="accent2"/>
          </a:lnRef>
          <a:fillRef idx="2">
            <a:schemeClr val="accent2"/>
          </a:fillRef>
          <a:effectRef idx="1">
            <a:schemeClr val="accent2"/>
          </a:effectRef>
          <a:fontRef idx="minor">
            <a:schemeClr val="dk1"/>
          </a:fontRef>
        </dgm:style>
      </dgm:prSet>
      <dgm:spPr>
        <a:ln/>
      </dgm:spPr>
      <dgm:t>
        <a:bodyPr/>
        <a:lstStyle/>
        <a:p>
          <a:r>
            <a:rPr lang="en-US" b="1" dirty="0" smtClean="0"/>
            <a:t>design</a:t>
          </a:r>
          <a:endParaRPr lang="en-US" b="1" dirty="0"/>
        </a:p>
      </dgm:t>
    </dgm:pt>
    <dgm:pt modelId="{7424CF7B-50CD-4D10-8D2A-35046CE37BF5}" type="parTrans" cxnId="{FC893FE3-40DC-4951-AF45-CB213545D3B1}">
      <dgm:prSet/>
      <dgm:spPr/>
      <dgm:t>
        <a:bodyPr/>
        <a:lstStyle/>
        <a:p>
          <a:endParaRPr lang="en-US"/>
        </a:p>
      </dgm:t>
    </dgm:pt>
    <dgm:pt modelId="{AE652331-26A6-4D30-9EEC-70CE0F579B68}" type="sibTrans" cxnId="{FC893FE3-40DC-4951-AF45-CB213545D3B1}">
      <dgm:prSet>
        <dgm:style>
          <a:lnRef idx="2">
            <a:schemeClr val="dk1">
              <a:shade val="50000"/>
            </a:schemeClr>
          </a:lnRef>
          <a:fillRef idx="1">
            <a:schemeClr val="dk1"/>
          </a:fillRef>
          <a:effectRef idx="0">
            <a:schemeClr val="dk1"/>
          </a:effectRef>
          <a:fontRef idx="minor">
            <a:schemeClr val="lt1"/>
          </a:fontRef>
        </dgm:style>
      </dgm:prSet>
      <dgm:spPr/>
      <dgm:t>
        <a:bodyPr/>
        <a:lstStyle/>
        <a:p>
          <a:endParaRPr lang="en-US"/>
        </a:p>
      </dgm:t>
    </dgm:pt>
    <dgm:pt modelId="{95CFB1AD-93E7-42EA-A515-AB73D8F96F12}">
      <dgm:prSet phldrT="[Text]">
        <dgm:style>
          <a:lnRef idx="1">
            <a:schemeClr val="accent2"/>
          </a:lnRef>
          <a:fillRef idx="2">
            <a:schemeClr val="accent2"/>
          </a:fillRef>
          <a:effectRef idx="1">
            <a:schemeClr val="accent2"/>
          </a:effectRef>
          <a:fontRef idx="minor">
            <a:schemeClr val="dk1"/>
          </a:fontRef>
        </dgm:style>
      </dgm:prSet>
      <dgm:spPr>
        <a:ln/>
      </dgm:spPr>
      <dgm:t>
        <a:bodyPr/>
        <a:lstStyle/>
        <a:p>
          <a:r>
            <a:rPr lang="en-US" b="1" dirty="0" smtClean="0"/>
            <a:t>transitions</a:t>
          </a:r>
          <a:endParaRPr lang="en-US" b="1" dirty="0"/>
        </a:p>
      </dgm:t>
    </dgm:pt>
    <dgm:pt modelId="{969AB530-469B-437A-9779-F071778F9545}" type="parTrans" cxnId="{A6A942F3-1006-4B79-97B9-FA73C4811644}">
      <dgm:prSet/>
      <dgm:spPr/>
      <dgm:t>
        <a:bodyPr/>
        <a:lstStyle/>
        <a:p>
          <a:endParaRPr lang="en-US"/>
        </a:p>
      </dgm:t>
    </dgm:pt>
    <dgm:pt modelId="{A3A4F3A1-FBEE-457F-85D5-3B7F2F4D2E70}" type="sibTrans" cxnId="{A6A942F3-1006-4B79-97B9-FA73C4811644}">
      <dgm:prSet>
        <dgm:style>
          <a:lnRef idx="2">
            <a:schemeClr val="dk1">
              <a:shade val="50000"/>
            </a:schemeClr>
          </a:lnRef>
          <a:fillRef idx="1">
            <a:schemeClr val="dk1"/>
          </a:fillRef>
          <a:effectRef idx="0">
            <a:schemeClr val="dk1"/>
          </a:effectRef>
          <a:fontRef idx="minor">
            <a:schemeClr val="lt1"/>
          </a:fontRef>
        </dgm:style>
      </dgm:prSet>
      <dgm:spPr/>
      <dgm:t>
        <a:bodyPr/>
        <a:lstStyle/>
        <a:p>
          <a:endParaRPr lang="en-US"/>
        </a:p>
      </dgm:t>
    </dgm:pt>
    <dgm:pt modelId="{A3AE2ADE-89E0-4D18-AE69-636D6A00807F}">
      <dgm:prSet phldrT="[Text]">
        <dgm:style>
          <a:lnRef idx="1">
            <a:schemeClr val="accent2"/>
          </a:lnRef>
          <a:fillRef idx="2">
            <a:schemeClr val="accent2"/>
          </a:fillRef>
          <a:effectRef idx="1">
            <a:schemeClr val="accent2"/>
          </a:effectRef>
          <a:fontRef idx="minor">
            <a:schemeClr val="dk1"/>
          </a:fontRef>
        </dgm:style>
      </dgm:prSet>
      <dgm:spPr>
        <a:ln/>
      </dgm:spPr>
      <dgm:t>
        <a:bodyPr/>
        <a:lstStyle/>
        <a:p>
          <a:r>
            <a:rPr lang="en-US" b="1" dirty="0" smtClean="0"/>
            <a:t>animations</a:t>
          </a:r>
          <a:endParaRPr lang="en-US" b="1" dirty="0"/>
        </a:p>
      </dgm:t>
    </dgm:pt>
    <dgm:pt modelId="{CF55058A-0E41-45FD-9503-70C9D54BB35C}" type="parTrans" cxnId="{4B590C0B-24A5-4540-AE08-DDC71EB42AF1}">
      <dgm:prSet/>
      <dgm:spPr/>
      <dgm:t>
        <a:bodyPr/>
        <a:lstStyle/>
        <a:p>
          <a:endParaRPr lang="en-US"/>
        </a:p>
      </dgm:t>
    </dgm:pt>
    <dgm:pt modelId="{0E249E42-61EA-4F6D-9B65-257640B979D9}" type="sibTrans" cxnId="{4B590C0B-24A5-4540-AE08-DDC71EB42AF1}">
      <dgm:prSet>
        <dgm:style>
          <a:lnRef idx="2">
            <a:schemeClr val="dk1">
              <a:shade val="50000"/>
            </a:schemeClr>
          </a:lnRef>
          <a:fillRef idx="1">
            <a:schemeClr val="dk1"/>
          </a:fillRef>
          <a:effectRef idx="0">
            <a:schemeClr val="dk1"/>
          </a:effectRef>
          <a:fontRef idx="minor">
            <a:schemeClr val="lt1"/>
          </a:fontRef>
        </dgm:style>
      </dgm:prSet>
      <dgm:spPr/>
      <dgm:t>
        <a:bodyPr/>
        <a:lstStyle/>
        <a:p>
          <a:endParaRPr lang="en-US"/>
        </a:p>
      </dgm:t>
    </dgm:pt>
    <dgm:pt modelId="{F544C54C-CF35-4642-BE2A-508DABE18202}" type="pres">
      <dgm:prSet presAssocID="{2624DAA8-063E-4A2E-8A30-72EE95C7194E}" presName="Name0" presStyleCnt="0">
        <dgm:presLayoutVars>
          <dgm:dir/>
          <dgm:resizeHandles val="exact"/>
        </dgm:presLayoutVars>
      </dgm:prSet>
      <dgm:spPr/>
      <dgm:t>
        <a:bodyPr/>
        <a:lstStyle/>
        <a:p>
          <a:endParaRPr lang="en-US"/>
        </a:p>
      </dgm:t>
    </dgm:pt>
    <dgm:pt modelId="{478A74EF-0981-4689-915D-C5A23F4FCA56}" type="pres">
      <dgm:prSet presAssocID="{A2803D3F-7FFD-45AF-81B4-3B5138D3974C}" presName="node" presStyleLbl="node1" presStyleIdx="0" presStyleCnt="5">
        <dgm:presLayoutVars>
          <dgm:bulletEnabled val="1"/>
        </dgm:presLayoutVars>
      </dgm:prSet>
      <dgm:spPr/>
      <dgm:t>
        <a:bodyPr/>
        <a:lstStyle/>
        <a:p>
          <a:endParaRPr lang="en-US"/>
        </a:p>
      </dgm:t>
    </dgm:pt>
    <dgm:pt modelId="{7ED2C33C-9F46-437E-AF78-665662EAC482}" type="pres">
      <dgm:prSet presAssocID="{F90B6556-59CF-4E97-926F-866D39DF23F6}" presName="sibTrans" presStyleLbl="sibTrans2D1" presStyleIdx="0" presStyleCnt="5"/>
      <dgm:spPr/>
      <dgm:t>
        <a:bodyPr/>
        <a:lstStyle/>
        <a:p>
          <a:endParaRPr lang="en-US"/>
        </a:p>
      </dgm:t>
    </dgm:pt>
    <dgm:pt modelId="{65299C72-ECAD-4152-AB39-1E53B6752852}" type="pres">
      <dgm:prSet presAssocID="{F90B6556-59CF-4E97-926F-866D39DF23F6}" presName="connectorText" presStyleLbl="sibTrans2D1" presStyleIdx="0" presStyleCnt="5"/>
      <dgm:spPr/>
      <dgm:t>
        <a:bodyPr/>
        <a:lstStyle/>
        <a:p>
          <a:endParaRPr lang="en-US"/>
        </a:p>
      </dgm:t>
    </dgm:pt>
    <dgm:pt modelId="{ACBB2720-F994-4BDE-8BC4-7CE4666B91E8}" type="pres">
      <dgm:prSet presAssocID="{8C0CFFC2-499B-4849-BF46-87BC5DCE5DB6}" presName="node" presStyleLbl="node1" presStyleIdx="1" presStyleCnt="5">
        <dgm:presLayoutVars>
          <dgm:bulletEnabled val="1"/>
        </dgm:presLayoutVars>
      </dgm:prSet>
      <dgm:spPr/>
      <dgm:t>
        <a:bodyPr/>
        <a:lstStyle/>
        <a:p>
          <a:endParaRPr lang="en-US"/>
        </a:p>
      </dgm:t>
    </dgm:pt>
    <dgm:pt modelId="{6C8A4779-BA91-4DB5-A117-170A1A3238F9}" type="pres">
      <dgm:prSet presAssocID="{4E1FEEB8-A742-47A7-92EC-3CA4D189F8C5}" presName="sibTrans" presStyleLbl="sibTrans2D1" presStyleIdx="1" presStyleCnt="5"/>
      <dgm:spPr/>
      <dgm:t>
        <a:bodyPr/>
        <a:lstStyle/>
        <a:p>
          <a:endParaRPr lang="en-US"/>
        </a:p>
      </dgm:t>
    </dgm:pt>
    <dgm:pt modelId="{66B027FD-E32F-4C73-B946-19310FF3B722}" type="pres">
      <dgm:prSet presAssocID="{4E1FEEB8-A742-47A7-92EC-3CA4D189F8C5}" presName="connectorText" presStyleLbl="sibTrans2D1" presStyleIdx="1" presStyleCnt="5"/>
      <dgm:spPr/>
      <dgm:t>
        <a:bodyPr/>
        <a:lstStyle/>
        <a:p>
          <a:endParaRPr lang="en-US"/>
        </a:p>
      </dgm:t>
    </dgm:pt>
    <dgm:pt modelId="{D80F79D8-9AB1-4A4A-BCD5-E96E65DA1674}" type="pres">
      <dgm:prSet presAssocID="{8280CDA2-5A03-410A-A987-9B1E70BBB22A}" presName="node" presStyleLbl="node1" presStyleIdx="2" presStyleCnt="5">
        <dgm:presLayoutVars>
          <dgm:bulletEnabled val="1"/>
        </dgm:presLayoutVars>
      </dgm:prSet>
      <dgm:spPr/>
      <dgm:t>
        <a:bodyPr/>
        <a:lstStyle/>
        <a:p>
          <a:endParaRPr lang="en-US"/>
        </a:p>
      </dgm:t>
    </dgm:pt>
    <dgm:pt modelId="{3602FE9D-185F-4FFA-8774-0C31230C9915}" type="pres">
      <dgm:prSet presAssocID="{AE652331-26A6-4D30-9EEC-70CE0F579B68}" presName="sibTrans" presStyleLbl="sibTrans2D1" presStyleIdx="2" presStyleCnt="5"/>
      <dgm:spPr/>
      <dgm:t>
        <a:bodyPr/>
        <a:lstStyle/>
        <a:p>
          <a:endParaRPr lang="en-US"/>
        </a:p>
      </dgm:t>
    </dgm:pt>
    <dgm:pt modelId="{72DD8A28-874D-40CE-BC77-695C36900853}" type="pres">
      <dgm:prSet presAssocID="{AE652331-26A6-4D30-9EEC-70CE0F579B68}" presName="connectorText" presStyleLbl="sibTrans2D1" presStyleIdx="2" presStyleCnt="5"/>
      <dgm:spPr/>
      <dgm:t>
        <a:bodyPr/>
        <a:lstStyle/>
        <a:p>
          <a:endParaRPr lang="en-US"/>
        </a:p>
      </dgm:t>
    </dgm:pt>
    <dgm:pt modelId="{4C54D7B2-48A3-4B4A-A9AD-F6E64E174211}" type="pres">
      <dgm:prSet presAssocID="{95CFB1AD-93E7-42EA-A515-AB73D8F96F12}" presName="node" presStyleLbl="node1" presStyleIdx="3" presStyleCnt="5">
        <dgm:presLayoutVars>
          <dgm:bulletEnabled val="1"/>
        </dgm:presLayoutVars>
      </dgm:prSet>
      <dgm:spPr/>
      <dgm:t>
        <a:bodyPr/>
        <a:lstStyle/>
        <a:p>
          <a:endParaRPr lang="en-US"/>
        </a:p>
      </dgm:t>
    </dgm:pt>
    <dgm:pt modelId="{CF1D54DD-7039-4554-A8F1-EF5B1FDAE4EA}" type="pres">
      <dgm:prSet presAssocID="{A3A4F3A1-FBEE-457F-85D5-3B7F2F4D2E70}" presName="sibTrans" presStyleLbl="sibTrans2D1" presStyleIdx="3" presStyleCnt="5"/>
      <dgm:spPr/>
      <dgm:t>
        <a:bodyPr/>
        <a:lstStyle/>
        <a:p>
          <a:endParaRPr lang="en-US"/>
        </a:p>
      </dgm:t>
    </dgm:pt>
    <dgm:pt modelId="{C143BB83-B4D6-422F-B52F-3F1CB4417467}" type="pres">
      <dgm:prSet presAssocID="{A3A4F3A1-FBEE-457F-85D5-3B7F2F4D2E70}" presName="connectorText" presStyleLbl="sibTrans2D1" presStyleIdx="3" presStyleCnt="5"/>
      <dgm:spPr/>
      <dgm:t>
        <a:bodyPr/>
        <a:lstStyle/>
        <a:p>
          <a:endParaRPr lang="en-US"/>
        </a:p>
      </dgm:t>
    </dgm:pt>
    <dgm:pt modelId="{F5BEAFFC-8112-468C-9DF1-B8AEACAE6948}" type="pres">
      <dgm:prSet presAssocID="{A3AE2ADE-89E0-4D18-AE69-636D6A00807F}" presName="node" presStyleLbl="node1" presStyleIdx="4" presStyleCnt="5">
        <dgm:presLayoutVars>
          <dgm:bulletEnabled val="1"/>
        </dgm:presLayoutVars>
      </dgm:prSet>
      <dgm:spPr/>
      <dgm:t>
        <a:bodyPr/>
        <a:lstStyle/>
        <a:p>
          <a:endParaRPr lang="en-US"/>
        </a:p>
      </dgm:t>
    </dgm:pt>
    <dgm:pt modelId="{35CEA4E1-DE7B-4967-B812-089F2693808F}" type="pres">
      <dgm:prSet presAssocID="{0E249E42-61EA-4F6D-9B65-257640B979D9}" presName="sibTrans" presStyleLbl="sibTrans2D1" presStyleIdx="4" presStyleCnt="5"/>
      <dgm:spPr/>
      <dgm:t>
        <a:bodyPr/>
        <a:lstStyle/>
        <a:p>
          <a:endParaRPr lang="en-US"/>
        </a:p>
      </dgm:t>
    </dgm:pt>
    <dgm:pt modelId="{272DFD0D-833D-4A84-A356-0E4C8F1D4463}" type="pres">
      <dgm:prSet presAssocID="{0E249E42-61EA-4F6D-9B65-257640B979D9}" presName="connectorText" presStyleLbl="sibTrans2D1" presStyleIdx="4" presStyleCnt="5"/>
      <dgm:spPr/>
      <dgm:t>
        <a:bodyPr/>
        <a:lstStyle/>
        <a:p>
          <a:endParaRPr lang="en-US"/>
        </a:p>
      </dgm:t>
    </dgm:pt>
  </dgm:ptLst>
  <dgm:cxnLst>
    <dgm:cxn modelId="{3C358C0A-0095-4ADF-920E-CA72C5E430DF}" type="presOf" srcId="{A3A4F3A1-FBEE-457F-85D5-3B7F2F4D2E70}" destId="{CF1D54DD-7039-4554-A8F1-EF5B1FDAE4EA}" srcOrd="0" destOrd="0" presId="urn:microsoft.com/office/officeart/2005/8/layout/cycle7"/>
    <dgm:cxn modelId="{0563DD07-7028-435B-8B1D-89C39F2CDAD6}" srcId="{2624DAA8-063E-4A2E-8A30-72EE95C7194E}" destId="{A2803D3F-7FFD-45AF-81B4-3B5138D3974C}" srcOrd="0" destOrd="0" parTransId="{A9CFEEE3-BD42-4D48-B330-D8FCD5618496}" sibTransId="{F90B6556-59CF-4E97-926F-866D39DF23F6}"/>
    <dgm:cxn modelId="{4FB48D21-0DFD-494B-B3DD-871496E0066B}" type="presOf" srcId="{A3A4F3A1-FBEE-457F-85D5-3B7F2F4D2E70}" destId="{C143BB83-B4D6-422F-B52F-3F1CB4417467}" srcOrd="1" destOrd="0" presId="urn:microsoft.com/office/officeart/2005/8/layout/cycle7"/>
    <dgm:cxn modelId="{51157B74-31F4-46A6-A330-13266A5CB5CC}" type="presOf" srcId="{0E249E42-61EA-4F6D-9B65-257640B979D9}" destId="{272DFD0D-833D-4A84-A356-0E4C8F1D4463}" srcOrd="1" destOrd="0" presId="urn:microsoft.com/office/officeart/2005/8/layout/cycle7"/>
    <dgm:cxn modelId="{26FB05E1-2845-425E-ADE1-CB4A12A4F034}" type="presOf" srcId="{4E1FEEB8-A742-47A7-92EC-3CA4D189F8C5}" destId="{66B027FD-E32F-4C73-B946-19310FF3B722}" srcOrd="1" destOrd="0" presId="urn:microsoft.com/office/officeart/2005/8/layout/cycle7"/>
    <dgm:cxn modelId="{1DF08B03-11A7-44D7-9BAF-9F1E67494DFE}" type="presOf" srcId="{2624DAA8-063E-4A2E-8A30-72EE95C7194E}" destId="{F544C54C-CF35-4642-BE2A-508DABE18202}" srcOrd="0" destOrd="0" presId="urn:microsoft.com/office/officeart/2005/8/layout/cycle7"/>
    <dgm:cxn modelId="{A6A942F3-1006-4B79-97B9-FA73C4811644}" srcId="{2624DAA8-063E-4A2E-8A30-72EE95C7194E}" destId="{95CFB1AD-93E7-42EA-A515-AB73D8F96F12}" srcOrd="3" destOrd="0" parTransId="{969AB530-469B-437A-9779-F071778F9545}" sibTransId="{A3A4F3A1-FBEE-457F-85D5-3B7F2F4D2E70}"/>
    <dgm:cxn modelId="{198AFF57-4919-4CCF-9599-C45A8EDB5DD3}" type="presOf" srcId="{F90B6556-59CF-4E97-926F-866D39DF23F6}" destId="{65299C72-ECAD-4152-AB39-1E53B6752852}" srcOrd="1" destOrd="0" presId="urn:microsoft.com/office/officeart/2005/8/layout/cycle7"/>
    <dgm:cxn modelId="{3A9A48D9-4C3D-48ED-A6F5-C3141DDDEBE3}" type="presOf" srcId="{95CFB1AD-93E7-42EA-A515-AB73D8F96F12}" destId="{4C54D7B2-48A3-4B4A-A9AD-F6E64E174211}" srcOrd="0" destOrd="0" presId="urn:microsoft.com/office/officeart/2005/8/layout/cycle7"/>
    <dgm:cxn modelId="{F12D2CD7-939D-4FA7-8B98-EF6E0AD7C202}" type="presOf" srcId="{0E249E42-61EA-4F6D-9B65-257640B979D9}" destId="{35CEA4E1-DE7B-4967-B812-089F2693808F}" srcOrd="0" destOrd="0" presId="urn:microsoft.com/office/officeart/2005/8/layout/cycle7"/>
    <dgm:cxn modelId="{FBCC4388-20F3-41AB-8690-D2626F4EB7C1}" type="presOf" srcId="{A3AE2ADE-89E0-4D18-AE69-636D6A00807F}" destId="{F5BEAFFC-8112-468C-9DF1-B8AEACAE6948}" srcOrd="0" destOrd="0" presId="urn:microsoft.com/office/officeart/2005/8/layout/cycle7"/>
    <dgm:cxn modelId="{E28E5940-1D4D-4D5A-9A91-718FBAA813EF}" type="presOf" srcId="{A2803D3F-7FFD-45AF-81B4-3B5138D3974C}" destId="{478A74EF-0981-4689-915D-C5A23F4FCA56}" srcOrd="0" destOrd="0" presId="urn:microsoft.com/office/officeart/2005/8/layout/cycle7"/>
    <dgm:cxn modelId="{4B590C0B-24A5-4540-AE08-DDC71EB42AF1}" srcId="{2624DAA8-063E-4A2E-8A30-72EE95C7194E}" destId="{A3AE2ADE-89E0-4D18-AE69-636D6A00807F}" srcOrd="4" destOrd="0" parTransId="{CF55058A-0E41-45FD-9503-70C9D54BB35C}" sibTransId="{0E249E42-61EA-4F6D-9B65-257640B979D9}"/>
    <dgm:cxn modelId="{2A04134B-589B-4D35-93F7-F9BC17B834AA}" type="presOf" srcId="{AE652331-26A6-4D30-9EEC-70CE0F579B68}" destId="{3602FE9D-185F-4FFA-8774-0C31230C9915}" srcOrd="0" destOrd="0" presId="urn:microsoft.com/office/officeart/2005/8/layout/cycle7"/>
    <dgm:cxn modelId="{86C7B15E-0B56-4B9D-847A-FA10B8080C06}" type="presOf" srcId="{AE652331-26A6-4D30-9EEC-70CE0F579B68}" destId="{72DD8A28-874D-40CE-BC77-695C36900853}" srcOrd="1" destOrd="0" presId="urn:microsoft.com/office/officeart/2005/8/layout/cycle7"/>
    <dgm:cxn modelId="{1D3B92E2-86A4-49C3-9D4D-69BC2832F29A}" type="presOf" srcId="{8280CDA2-5A03-410A-A987-9B1E70BBB22A}" destId="{D80F79D8-9AB1-4A4A-BCD5-E96E65DA1674}" srcOrd="0" destOrd="0" presId="urn:microsoft.com/office/officeart/2005/8/layout/cycle7"/>
    <dgm:cxn modelId="{FC893FE3-40DC-4951-AF45-CB213545D3B1}" srcId="{2624DAA8-063E-4A2E-8A30-72EE95C7194E}" destId="{8280CDA2-5A03-410A-A987-9B1E70BBB22A}" srcOrd="2" destOrd="0" parTransId="{7424CF7B-50CD-4D10-8D2A-35046CE37BF5}" sibTransId="{AE652331-26A6-4D30-9EEC-70CE0F579B68}"/>
    <dgm:cxn modelId="{6214E3FE-C3CF-472F-9E37-2D567CE945B2}" type="presOf" srcId="{4E1FEEB8-A742-47A7-92EC-3CA4D189F8C5}" destId="{6C8A4779-BA91-4DB5-A117-170A1A3238F9}" srcOrd="0" destOrd="0" presId="urn:microsoft.com/office/officeart/2005/8/layout/cycle7"/>
    <dgm:cxn modelId="{FD47CB93-0045-4090-8C14-24230FCAFB57}" srcId="{2624DAA8-063E-4A2E-8A30-72EE95C7194E}" destId="{8C0CFFC2-499B-4849-BF46-87BC5DCE5DB6}" srcOrd="1" destOrd="0" parTransId="{B64792D6-9C87-41C4-8688-9479C3BDFA2A}" sibTransId="{4E1FEEB8-A742-47A7-92EC-3CA4D189F8C5}"/>
    <dgm:cxn modelId="{D1CD78FB-A1E5-46CC-98C1-F3F4D2B2F4B1}" type="presOf" srcId="{8C0CFFC2-499B-4849-BF46-87BC5DCE5DB6}" destId="{ACBB2720-F994-4BDE-8BC4-7CE4666B91E8}" srcOrd="0" destOrd="0" presId="urn:microsoft.com/office/officeart/2005/8/layout/cycle7"/>
    <dgm:cxn modelId="{A4C96E40-7084-4A9B-8BBA-66B3281D3308}" type="presOf" srcId="{F90B6556-59CF-4E97-926F-866D39DF23F6}" destId="{7ED2C33C-9F46-437E-AF78-665662EAC482}" srcOrd="0" destOrd="0" presId="urn:microsoft.com/office/officeart/2005/8/layout/cycle7"/>
    <dgm:cxn modelId="{00538303-4ABA-494C-AC3F-10E7E0F27F06}" type="presParOf" srcId="{F544C54C-CF35-4642-BE2A-508DABE18202}" destId="{478A74EF-0981-4689-915D-C5A23F4FCA56}" srcOrd="0" destOrd="0" presId="urn:microsoft.com/office/officeart/2005/8/layout/cycle7"/>
    <dgm:cxn modelId="{A3852F07-67C1-44A5-A730-1473D04D1233}" type="presParOf" srcId="{F544C54C-CF35-4642-BE2A-508DABE18202}" destId="{7ED2C33C-9F46-437E-AF78-665662EAC482}" srcOrd="1" destOrd="0" presId="urn:microsoft.com/office/officeart/2005/8/layout/cycle7"/>
    <dgm:cxn modelId="{65F1FE17-C4CF-485A-9292-E48B8E0ABB6F}" type="presParOf" srcId="{7ED2C33C-9F46-437E-AF78-665662EAC482}" destId="{65299C72-ECAD-4152-AB39-1E53B6752852}" srcOrd="0" destOrd="0" presId="urn:microsoft.com/office/officeart/2005/8/layout/cycle7"/>
    <dgm:cxn modelId="{7612C526-EDD6-4F8E-80CA-5ECC215D2978}" type="presParOf" srcId="{F544C54C-CF35-4642-BE2A-508DABE18202}" destId="{ACBB2720-F994-4BDE-8BC4-7CE4666B91E8}" srcOrd="2" destOrd="0" presId="urn:microsoft.com/office/officeart/2005/8/layout/cycle7"/>
    <dgm:cxn modelId="{9710DBE0-F633-4A03-B774-6775746CBF40}" type="presParOf" srcId="{F544C54C-CF35-4642-BE2A-508DABE18202}" destId="{6C8A4779-BA91-4DB5-A117-170A1A3238F9}" srcOrd="3" destOrd="0" presId="urn:microsoft.com/office/officeart/2005/8/layout/cycle7"/>
    <dgm:cxn modelId="{D43F76B1-CD9B-4DEB-AAFD-5FEC07B2260C}" type="presParOf" srcId="{6C8A4779-BA91-4DB5-A117-170A1A3238F9}" destId="{66B027FD-E32F-4C73-B946-19310FF3B722}" srcOrd="0" destOrd="0" presId="urn:microsoft.com/office/officeart/2005/8/layout/cycle7"/>
    <dgm:cxn modelId="{8789AEEA-D679-468C-8C82-61EADAE51BE6}" type="presParOf" srcId="{F544C54C-CF35-4642-BE2A-508DABE18202}" destId="{D80F79D8-9AB1-4A4A-BCD5-E96E65DA1674}" srcOrd="4" destOrd="0" presId="urn:microsoft.com/office/officeart/2005/8/layout/cycle7"/>
    <dgm:cxn modelId="{39E174FD-74E8-4843-B685-7DE6FA6E67F6}" type="presParOf" srcId="{F544C54C-CF35-4642-BE2A-508DABE18202}" destId="{3602FE9D-185F-4FFA-8774-0C31230C9915}" srcOrd="5" destOrd="0" presId="urn:microsoft.com/office/officeart/2005/8/layout/cycle7"/>
    <dgm:cxn modelId="{0CECBF10-114A-44F6-883D-DFFD46254D4A}" type="presParOf" srcId="{3602FE9D-185F-4FFA-8774-0C31230C9915}" destId="{72DD8A28-874D-40CE-BC77-695C36900853}" srcOrd="0" destOrd="0" presId="urn:microsoft.com/office/officeart/2005/8/layout/cycle7"/>
    <dgm:cxn modelId="{5F0F7DD6-1C11-49AA-808E-CA021C084FE0}" type="presParOf" srcId="{F544C54C-CF35-4642-BE2A-508DABE18202}" destId="{4C54D7B2-48A3-4B4A-A9AD-F6E64E174211}" srcOrd="6" destOrd="0" presId="urn:microsoft.com/office/officeart/2005/8/layout/cycle7"/>
    <dgm:cxn modelId="{68941316-95E4-4AA2-8136-301A2F13D018}" type="presParOf" srcId="{F544C54C-CF35-4642-BE2A-508DABE18202}" destId="{CF1D54DD-7039-4554-A8F1-EF5B1FDAE4EA}" srcOrd="7" destOrd="0" presId="urn:microsoft.com/office/officeart/2005/8/layout/cycle7"/>
    <dgm:cxn modelId="{B164A541-3DB3-4B1B-BEBF-C1E5863D94AD}" type="presParOf" srcId="{CF1D54DD-7039-4554-A8F1-EF5B1FDAE4EA}" destId="{C143BB83-B4D6-422F-B52F-3F1CB4417467}" srcOrd="0" destOrd="0" presId="urn:microsoft.com/office/officeart/2005/8/layout/cycle7"/>
    <dgm:cxn modelId="{0966F776-FDBC-46E4-867A-C98298A12F07}" type="presParOf" srcId="{F544C54C-CF35-4642-BE2A-508DABE18202}" destId="{F5BEAFFC-8112-468C-9DF1-B8AEACAE6948}" srcOrd="8" destOrd="0" presId="urn:microsoft.com/office/officeart/2005/8/layout/cycle7"/>
    <dgm:cxn modelId="{5B4500DE-B2A7-4CA1-A1CD-B35ACB9B495D}" type="presParOf" srcId="{F544C54C-CF35-4642-BE2A-508DABE18202}" destId="{35CEA4E1-DE7B-4967-B812-089F2693808F}" srcOrd="9" destOrd="0" presId="urn:microsoft.com/office/officeart/2005/8/layout/cycle7"/>
    <dgm:cxn modelId="{FE39E5BD-E427-4838-A316-B5454DCEFB2E}" type="presParOf" srcId="{35CEA4E1-DE7B-4967-B812-089F2693808F}" destId="{272DFD0D-833D-4A84-A356-0E4C8F1D4463}" srcOrd="0" destOrd="0" presId="urn:microsoft.com/office/officeart/2005/8/layout/cycle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373AB7-1472-4F7B-9710-40D6A0841C59}" type="doc">
      <dgm:prSet loTypeId="urn:microsoft.com/office/officeart/2005/8/layout/pyramid2" loCatId="pyramid" qsTypeId="urn:microsoft.com/office/officeart/2005/8/quickstyle/simple1" qsCatId="simple" csTypeId="urn:microsoft.com/office/officeart/2005/8/colors/accent1_2" csCatId="accent1" phldr="1"/>
      <dgm:spPr/>
      <dgm:t>
        <a:bodyPr/>
        <a:lstStyle/>
        <a:p>
          <a:endParaRPr lang="en-US"/>
        </a:p>
      </dgm:t>
    </dgm:pt>
    <dgm:pt modelId="{F7708F07-BCF1-4FD5-85FD-B53518C86864}">
      <dgm:prSet phldrT="[Text]"/>
      <dgm:spPr/>
      <dgm:t>
        <a:bodyPr/>
        <a:lstStyle/>
        <a:p>
          <a:r>
            <a:rPr lang="az-Latn-AZ" b="1" dirty="0" smtClean="0">
              <a:latin typeface="Algerian" panose="04020705040A02060702" pitchFamily="82" charset="0"/>
            </a:rPr>
            <a:t>dizayn və şablonlar</a:t>
          </a:r>
          <a:endParaRPr lang="en-US" b="1" dirty="0">
            <a:latin typeface="Algerian" panose="04020705040A02060702" pitchFamily="82" charset="0"/>
          </a:endParaRPr>
        </a:p>
      </dgm:t>
    </dgm:pt>
    <dgm:pt modelId="{7E57A79E-55C6-4BFC-A1B9-9BB75B7177D0}" type="parTrans" cxnId="{5F417418-A00D-4D1F-9401-A799087106F2}">
      <dgm:prSet/>
      <dgm:spPr/>
      <dgm:t>
        <a:bodyPr/>
        <a:lstStyle/>
        <a:p>
          <a:endParaRPr lang="en-US"/>
        </a:p>
      </dgm:t>
    </dgm:pt>
    <dgm:pt modelId="{A71FB3CB-B28F-4479-BDF6-3663E1CB4915}" type="sibTrans" cxnId="{5F417418-A00D-4D1F-9401-A799087106F2}">
      <dgm:prSet/>
      <dgm:spPr/>
      <dgm:t>
        <a:bodyPr/>
        <a:lstStyle/>
        <a:p>
          <a:endParaRPr lang="en-US"/>
        </a:p>
      </dgm:t>
    </dgm:pt>
    <dgm:pt modelId="{31A35376-4179-40BE-BF38-81D760EC25AF}">
      <dgm:prSet phldrT="[Text]"/>
      <dgm:spPr/>
      <dgm:t>
        <a:bodyPr/>
        <a:lstStyle/>
        <a:p>
          <a:r>
            <a:rPr lang="az-Latn-AZ" b="1" dirty="0" smtClean="0">
              <a:latin typeface="Algerian" panose="04020705040A02060702" pitchFamily="82" charset="0"/>
            </a:rPr>
            <a:t>Mətn və mətn qutuları</a:t>
          </a:r>
          <a:endParaRPr lang="en-US" b="1" dirty="0">
            <a:latin typeface="Algerian" panose="04020705040A02060702" pitchFamily="82" charset="0"/>
          </a:endParaRPr>
        </a:p>
      </dgm:t>
    </dgm:pt>
    <dgm:pt modelId="{A545D125-0E9C-4938-9A2C-26974DF65F16}" type="parTrans" cxnId="{62B85E4E-8D46-43D2-96BC-BC23CE8703A8}">
      <dgm:prSet/>
      <dgm:spPr/>
      <dgm:t>
        <a:bodyPr/>
        <a:lstStyle/>
        <a:p>
          <a:endParaRPr lang="en-US"/>
        </a:p>
      </dgm:t>
    </dgm:pt>
    <dgm:pt modelId="{E42011DB-5F0B-41F4-8754-F2C51FA67298}" type="sibTrans" cxnId="{62B85E4E-8D46-43D2-96BC-BC23CE8703A8}">
      <dgm:prSet/>
      <dgm:spPr/>
      <dgm:t>
        <a:bodyPr/>
        <a:lstStyle/>
        <a:p>
          <a:endParaRPr lang="en-US"/>
        </a:p>
      </dgm:t>
    </dgm:pt>
    <dgm:pt modelId="{ED44567A-57FE-405C-9736-782E06C319C0}">
      <dgm:prSet phldrT="[Text]"/>
      <dgm:spPr/>
      <dgm:t>
        <a:bodyPr/>
        <a:lstStyle/>
        <a:p>
          <a:r>
            <a:rPr lang="az-Latn-AZ" b="1" dirty="0" smtClean="0">
              <a:latin typeface="Algerian" panose="04020705040A02060702" pitchFamily="82" charset="0"/>
            </a:rPr>
            <a:t>Cədvəllər və qutular</a:t>
          </a:r>
          <a:endParaRPr lang="en-US" b="1" dirty="0">
            <a:latin typeface="Algerian" panose="04020705040A02060702" pitchFamily="82" charset="0"/>
          </a:endParaRPr>
        </a:p>
      </dgm:t>
    </dgm:pt>
    <dgm:pt modelId="{303F95D4-16B7-41E2-A9BE-CCF022E552DC}" type="parTrans" cxnId="{5EB6CFE6-910A-4313-9117-C8DAA1A25D07}">
      <dgm:prSet/>
      <dgm:spPr/>
      <dgm:t>
        <a:bodyPr/>
        <a:lstStyle/>
        <a:p>
          <a:endParaRPr lang="en-US"/>
        </a:p>
      </dgm:t>
    </dgm:pt>
    <dgm:pt modelId="{C903EF5C-67A9-4C81-B7CE-9092BFE5C859}" type="sibTrans" cxnId="{5EB6CFE6-910A-4313-9117-C8DAA1A25D07}">
      <dgm:prSet/>
      <dgm:spPr/>
      <dgm:t>
        <a:bodyPr/>
        <a:lstStyle/>
        <a:p>
          <a:endParaRPr lang="en-US"/>
        </a:p>
      </dgm:t>
    </dgm:pt>
    <dgm:pt modelId="{0593E412-3A08-4271-845E-F34C3BB40458}" type="pres">
      <dgm:prSet presAssocID="{9D373AB7-1472-4F7B-9710-40D6A0841C59}" presName="compositeShape" presStyleCnt="0">
        <dgm:presLayoutVars>
          <dgm:dir/>
          <dgm:resizeHandles/>
        </dgm:presLayoutVars>
      </dgm:prSet>
      <dgm:spPr/>
      <dgm:t>
        <a:bodyPr/>
        <a:lstStyle/>
        <a:p>
          <a:endParaRPr lang="en-US"/>
        </a:p>
      </dgm:t>
    </dgm:pt>
    <dgm:pt modelId="{95E20F7E-7B13-4215-BFD1-0D382485DE3F}" type="pres">
      <dgm:prSet presAssocID="{9D373AB7-1472-4F7B-9710-40D6A0841C59}" presName="pyramid" presStyleLbl="node1" presStyleIdx="0" presStyleCnt="1">
        <dgm:style>
          <a:lnRef idx="0">
            <a:scrgbClr r="0" g="0" b="0"/>
          </a:lnRef>
          <a:fillRef idx="0">
            <a:scrgbClr r="0" g="0" b="0"/>
          </a:fillRef>
          <a:effectRef idx="0">
            <a:scrgbClr r="0" g="0" b="0"/>
          </a:effectRef>
          <a:fontRef idx="minor">
            <a:schemeClr val="lt1"/>
          </a:fontRef>
        </dgm:style>
      </dgm:prSet>
      <dgm:sp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dgm:spPr>
    </dgm:pt>
    <dgm:pt modelId="{3BD284D9-4C2E-4513-B9D5-0678796D7FAD}" type="pres">
      <dgm:prSet presAssocID="{9D373AB7-1472-4F7B-9710-40D6A0841C59}" presName="theList" presStyleCnt="0"/>
      <dgm:spPr/>
    </dgm:pt>
    <dgm:pt modelId="{10C317A3-AD52-407F-96CC-29410DAA4D05}" type="pres">
      <dgm:prSet presAssocID="{F7708F07-BCF1-4FD5-85FD-B53518C86864}" presName="aNode" presStyleLbl="fgAcc1" presStyleIdx="0" presStyleCnt="3">
        <dgm:presLayoutVars>
          <dgm:bulletEnabled val="1"/>
        </dgm:presLayoutVars>
      </dgm:prSet>
      <dgm:spPr/>
      <dgm:t>
        <a:bodyPr/>
        <a:lstStyle/>
        <a:p>
          <a:endParaRPr lang="en-US"/>
        </a:p>
      </dgm:t>
    </dgm:pt>
    <dgm:pt modelId="{8EA0F83A-DF40-4EE6-BD50-50199E295A3D}" type="pres">
      <dgm:prSet presAssocID="{F7708F07-BCF1-4FD5-85FD-B53518C86864}" presName="aSpace" presStyleCnt="0"/>
      <dgm:spPr/>
    </dgm:pt>
    <dgm:pt modelId="{395240F1-DCAB-424D-9E52-5E125CF65C7A}" type="pres">
      <dgm:prSet presAssocID="{31A35376-4179-40BE-BF38-81D760EC25AF}" presName="aNode" presStyleLbl="fgAcc1" presStyleIdx="1" presStyleCnt="3">
        <dgm:presLayoutVars>
          <dgm:bulletEnabled val="1"/>
        </dgm:presLayoutVars>
      </dgm:prSet>
      <dgm:spPr/>
      <dgm:t>
        <a:bodyPr/>
        <a:lstStyle/>
        <a:p>
          <a:endParaRPr lang="en-US"/>
        </a:p>
      </dgm:t>
    </dgm:pt>
    <dgm:pt modelId="{07999A72-9BBB-411D-BCF6-FAA96B4F99C3}" type="pres">
      <dgm:prSet presAssocID="{31A35376-4179-40BE-BF38-81D760EC25AF}" presName="aSpace" presStyleCnt="0"/>
      <dgm:spPr/>
    </dgm:pt>
    <dgm:pt modelId="{652D7E0D-86F5-484E-AC4B-0C9316B00C1D}" type="pres">
      <dgm:prSet presAssocID="{ED44567A-57FE-405C-9736-782E06C319C0}" presName="aNode" presStyleLbl="fgAcc1" presStyleIdx="2" presStyleCnt="3">
        <dgm:presLayoutVars>
          <dgm:bulletEnabled val="1"/>
        </dgm:presLayoutVars>
      </dgm:prSet>
      <dgm:spPr/>
      <dgm:t>
        <a:bodyPr/>
        <a:lstStyle/>
        <a:p>
          <a:endParaRPr lang="en-US"/>
        </a:p>
      </dgm:t>
    </dgm:pt>
    <dgm:pt modelId="{DF7B880F-AF80-43D4-B5AE-5F395F242C29}" type="pres">
      <dgm:prSet presAssocID="{ED44567A-57FE-405C-9736-782E06C319C0}" presName="aSpace" presStyleCnt="0"/>
      <dgm:spPr/>
    </dgm:pt>
  </dgm:ptLst>
  <dgm:cxnLst>
    <dgm:cxn modelId="{E7CF5677-A58E-4A4F-A086-001F3CE7857B}" type="presOf" srcId="{F7708F07-BCF1-4FD5-85FD-B53518C86864}" destId="{10C317A3-AD52-407F-96CC-29410DAA4D05}" srcOrd="0" destOrd="0" presId="urn:microsoft.com/office/officeart/2005/8/layout/pyramid2"/>
    <dgm:cxn modelId="{35138CF0-C9BA-4707-8C4A-E95B544EA2F8}" type="presOf" srcId="{ED44567A-57FE-405C-9736-782E06C319C0}" destId="{652D7E0D-86F5-484E-AC4B-0C9316B00C1D}" srcOrd="0" destOrd="0" presId="urn:microsoft.com/office/officeart/2005/8/layout/pyramid2"/>
    <dgm:cxn modelId="{4881EDD4-4280-4D2D-9A43-0B5E74792FDA}" type="presOf" srcId="{9D373AB7-1472-4F7B-9710-40D6A0841C59}" destId="{0593E412-3A08-4271-845E-F34C3BB40458}" srcOrd="0" destOrd="0" presId="urn:microsoft.com/office/officeart/2005/8/layout/pyramid2"/>
    <dgm:cxn modelId="{5F417418-A00D-4D1F-9401-A799087106F2}" srcId="{9D373AB7-1472-4F7B-9710-40D6A0841C59}" destId="{F7708F07-BCF1-4FD5-85FD-B53518C86864}" srcOrd="0" destOrd="0" parTransId="{7E57A79E-55C6-4BFC-A1B9-9BB75B7177D0}" sibTransId="{A71FB3CB-B28F-4479-BDF6-3663E1CB4915}"/>
    <dgm:cxn modelId="{A08A1AA6-5916-4374-AF86-617714C8C877}" type="presOf" srcId="{31A35376-4179-40BE-BF38-81D760EC25AF}" destId="{395240F1-DCAB-424D-9E52-5E125CF65C7A}" srcOrd="0" destOrd="0" presId="urn:microsoft.com/office/officeart/2005/8/layout/pyramid2"/>
    <dgm:cxn modelId="{62B85E4E-8D46-43D2-96BC-BC23CE8703A8}" srcId="{9D373AB7-1472-4F7B-9710-40D6A0841C59}" destId="{31A35376-4179-40BE-BF38-81D760EC25AF}" srcOrd="1" destOrd="0" parTransId="{A545D125-0E9C-4938-9A2C-26974DF65F16}" sibTransId="{E42011DB-5F0B-41F4-8754-F2C51FA67298}"/>
    <dgm:cxn modelId="{5EB6CFE6-910A-4313-9117-C8DAA1A25D07}" srcId="{9D373AB7-1472-4F7B-9710-40D6A0841C59}" destId="{ED44567A-57FE-405C-9736-782E06C319C0}" srcOrd="2" destOrd="0" parTransId="{303F95D4-16B7-41E2-A9BE-CCF022E552DC}" sibTransId="{C903EF5C-67A9-4C81-B7CE-9092BFE5C859}"/>
    <dgm:cxn modelId="{0876EA42-4C08-4CEB-B86B-74A6BB8ABE75}" type="presParOf" srcId="{0593E412-3A08-4271-845E-F34C3BB40458}" destId="{95E20F7E-7B13-4215-BFD1-0D382485DE3F}" srcOrd="0" destOrd="0" presId="urn:microsoft.com/office/officeart/2005/8/layout/pyramid2"/>
    <dgm:cxn modelId="{C43C3C8A-D1D5-47CF-86DB-BAAB42942630}" type="presParOf" srcId="{0593E412-3A08-4271-845E-F34C3BB40458}" destId="{3BD284D9-4C2E-4513-B9D5-0678796D7FAD}" srcOrd="1" destOrd="0" presId="urn:microsoft.com/office/officeart/2005/8/layout/pyramid2"/>
    <dgm:cxn modelId="{B800BC52-5FBF-418C-80EB-88D226D0DC11}" type="presParOf" srcId="{3BD284D9-4C2E-4513-B9D5-0678796D7FAD}" destId="{10C317A3-AD52-407F-96CC-29410DAA4D05}" srcOrd="0" destOrd="0" presId="urn:microsoft.com/office/officeart/2005/8/layout/pyramid2"/>
    <dgm:cxn modelId="{236786BA-1FBB-429C-B751-F5CBE77C0434}" type="presParOf" srcId="{3BD284D9-4C2E-4513-B9D5-0678796D7FAD}" destId="{8EA0F83A-DF40-4EE6-BD50-50199E295A3D}" srcOrd="1" destOrd="0" presId="urn:microsoft.com/office/officeart/2005/8/layout/pyramid2"/>
    <dgm:cxn modelId="{61E36EA6-E6B1-486B-9C86-EEFB48315060}" type="presParOf" srcId="{3BD284D9-4C2E-4513-B9D5-0678796D7FAD}" destId="{395240F1-DCAB-424D-9E52-5E125CF65C7A}" srcOrd="2" destOrd="0" presId="urn:microsoft.com/office/officeart/2005/8/layout/pyramid2"/>
    <dgm:cxn modelId="{7699286F-590A-4FBE-98AD-AF6799583701}" type="presParOf" srcId="{3BD284D9-4C2E-4513-B9D5-0678796D7FAD}" destId="{07999A72-9BBB-411D-BCF6-FAA96B4F99C3}" srcOrd="3" destOrd="0" presId="urn:microsoft.com/office/officeart/2005/8/layout/pyramid2"/>
    <dgm:cxn modelId="{9F27B3B4-4055-405C-955F-F1160249F388}" type="presParOf" srcId="{3BD284D9-4C2E-4513-B9D5-0678796D7FAD}" destId="{652D7E0D-86F5-484E-AC4B-0C9316B00C1D}" srcOrd="4" destOrd="0" presId="urn:microsoft.com/office/officeart/2005/8/layout/pyramid2"/>
    <dgm:cxn modelId="{992E19AF-38FB-4B4F-A82D-E68F04840BB6}" type="presParOf" srcId="{3BD284D9-4C2E-4513-B9D5-0678796D7FAD}" destId="{DF7B880F-AF80-43D4-B5AE-5F395F242C29}"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8A74EF-0981-4689-915D-C5A23F4FCA56}">
      <dsp:nvSpPr>
        <dsp:cNvPr id="0" name=""/>
        <dsp:cNvSpPr/>
      </dsp:nvSpPr>
      <dsp:spPr>
        <a:xfrm>
          <a:off x="3841360" y="1003"/>
          <a:ext cx="2114422" cy="1057211"/>
        </a:xfrm>
        <a:prstGeom prst="roundRect">
          <a:avLst>
            <a:gd name="adj" fmla="val 10000"/>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b="1" kern="1200" dirty="0" smtClean="0">
              <a:solidFill>
                <a:schemeClr val="tx1"/>
              </a:solidFill>
            </a:rPr>
            <a:t>home</a:t>
          </a:r>
          <a:endParaRPr lang="en-US" sz="3000" b="1" kern="1200" dirty="0">
            <a:solidFill>
              <a:schemeClr val="tx1"/>
            </a:solidFill>
          </a:endParaRPr>
        </a:p>
      </dsp:txBody>
      <dsp:txXfrm>
        <a:off x="3872325" y="31968"/>
        <a:ext cx="2052492" cy="995281"/>
      </dsp:txXfrm>
    </dsp:sp>
    <dsp:sp modelId="{7ED2C33C-9F46-437E-AF78-665662EAC482}">
      <dsp:nvSpPr>
        <dsp:cNvPr id="0" name=""/>
        <dsp:cNvSpPr/>
      </dsp:nvSpPr>
      <dsp:spPr>
        <a:xfrm rot="2160000">
          <a:off x="5760075" y="1370292"/>
          <a:ext cx="1100488" cy="370023"/>
        </a:xfrm>
        <a:prstGeom prst="leftRightArrow">
          <a:avLst>
            <a:gd name="adj1" fmla="val 60000"/>
            <a:gd name="adj2" fmla="val 50000"/>
          </a:avLst>
        </a:prstGeom>
        <a:solidFill>
          <a:schemeClr val="dk1"/>
        </a:solidFill>
        <a:ln w="12700" cap="flat" cmpd="sng" algn="ctr">
          <a:solidFill>
            <a:schemeClr val="dk1">
              <a:shade val="50000"/>
            </a:schemeClr>
          </a:solidFill>
          <a:prstDash val="solid"/>
          <a:miter lim="800000"/>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en-US" sz="1500" kern="1200"/>
        </a:p>
      </dsp:txBody>
      <dsp:txXfrm>
        <a:off x="5871082" y="1444297"/>
        <a:ext cx="878474" cy="222013"/>
      </dsp:txXfrm>
    </dsp:sp>
    <dsp:sp modelId="{ACBB2720-F994-4BDE-8BC4-7CE4666B91E8}">
      <dsp:nvSpPr>
        <dsp:cNvPr id="0" name=""/>
        <dsp:cNvSpPr/>
      </dsp:nvSpPr>
      <dsp:spPr>
        <a:xfrm>
          <a:off x="6664856" y="2052393"/>
          <a:ext cx="2114422" cy="1057211"/>
        </a:xfrm>
        <a:prstGeom prst="roundRect">
          <a:avLst>
            <a:gd name="adj" fmla="val 10000"/>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b="1" kern="1200" dirty="0" smtClean="0">
              <a:solidFill>
                <a:schemeClr val="tx1"/>
              </a:solidFill>
            </a:rPr>
            <a:t>insert</a:t>
          </a:r>
          <a:endParaRPr lang="en-US" sz="3000" b="1" kern="1200" dirty="0">
            <a:solidFill>
              <a:schemeClr val="tx1"/>
            </a:solidFill>
          </a:endParaRPr>
        </a:p>
      </dsp:txBody>
      <dsp:txXfrm>
        <a:off x="6695821" y="2083358"/>
        <a:ext cx="2052492" cy="995281"/>
      </dsp:txXfrm>
    </dsp:sp>
    <dsp:sp modelId="{6C8A4779-BA91-4DB5-A117-170A1A3238F9}">
      <dsp:nvSpPr>
        <dsp:cNvPr id="0" name=""/>
        <dsp:cNvSpPr/>
      </dsp:nvSpPr>
      <dsp:spPr>
        <a:xfrm rot="6480000">
          <a:off x="6632583" y="4055597"/>
          <a:ext cx="1100488" cy="370023"/>
        </a:xfrm>
        <a:prstGeom prst="leftRightArrow">
          <a:avLst>
            <a:gd name="adj1" fmla="val 60000"/>
            <a:gd name="adj2" fmla="val 50000"/>
          </a:avLst>
        </a:prstGeom>
        <a:solidFill>
          <a:schemeClr val="dk1"/>
        </a:solidFill>
        <a:ln w="12700" cap="flat" cmpd="sng" algn="ctr">
          <a:solidFill>
            <a:schemeClr val="dk1">
              <a:shade val="50000"/>
            </a:schemeClr>
          </a:solidFill>
          <a:prstDash val="solid"/>
          <a:miter lim="800000"/>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en-US" sz="1500" kern="1200"/>
        </a:p>
      </dsp:txBody>
      <dsp:txXfrm rot="10800000">
        <a:off x="6743590" y="4129602"/>
        <a:ext cx="878474" cy="222013"/>
      </dsp:txXfrm>
    </dsp:sp>
    <dsp:sp modelId="{D80F79D8-9AB1-4A4A-BCD5-E96E65DA1674}">
      <dsp:nvSpPr>
        <dsp:cNvPr id="0" name=""/>
        <dsp:cNvSpPr/>
      </dsp:nvSpPr>
      <dsp:spPr>
        <a:xfrm>
          <a:off x="5586377" y="5371613"/>
          <a:ext cx="2114422" cy="1057211"/>
        </a:xfrm>
        <a:prstGeom prst="roundRect">
          <a:avLst>
            <a:gd name="adj" fmla="val 10000"/>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b="1" kern="1200" dirty="0" smtClean="0"/>
            <a:t>design</a:t>
          </a:r>
          <a:endParaRPr lang="en-US" sz="3000" b="1" kern="1200" dirty="0"/>
        </a:p>
      </dsp:txBody>
      <dsp:txXfrm>
        <a:off x="5617342" y="5402578"/>
        <a:ext cx="2052492" cy="995281"/>
      </dsp:txXfrm>
    </dsp:sp>
    <dsp:sp modelId="{3602FE9D-185F-4FFA-8774-0C31230C9915}">
      <dsp:nvSpPr>
        <dsp:cNvPr id="0" name=""/>
        <dsp:cNvSpPr/>
      </dsp:nvSpPr>
      <dsp:spPr>
        <a:xfrm rot="10800000">
          <a:off x="4348327" y="5715206"/>
          <a:ext cx="1100488" cy="370023"/>
        </a:xfrm>
        <a:prstGeom prst="leftRightArrow">
          <a:avLst>
            <a:gd name="adj1" fmla="val 60000"/>
            <a:gd name="adj2" fmla="val 50000"/>
          </a:avLst>
        </a:prstGeom>
        <a:solidFill>
          <a:schemeClr val="dk1"/>
        </a:solidFill>
        <a:ln w="12700" cap="flat" cmpd="sng" algn="ctr">
          <a:solidFill>
            <a:schemeClr val="dk1">
              <a:shade val="50000"/>
            </a:schemeClr>
          </a:solidFill>
          <a:prstDash val="solid"/>
          <a:miter lim="800000"/>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en-US" sz="1500" kern="1200"/>
        </a:p>
      </dsp:txBody>
      <dsp:txXfrm rot="10800000">
        <a:off x="4459334" y="5789211"/>
        <a:ext cx="878474" cy="222013"/>
      </dsp:txXfrm>
    </dsp:sp>
    <dsp:sp modelId="{4C54D7B2-48A3-4B4A-A9AD-F6E64E174211}">
      <dsp:nvSpPr>
        <dsp:cNvPr id="0" name=""/>
        <dsp:cNvSpPr/>
      </dsp:nvSpPr>
      <dsp:spPr>
        <a:xfrm>
          <a:off x="2096343" y="5371613"/>
          <a:ext cx="2114422" cy="1057211"/>
        </a:xfrm>
        <a:prstGeom prst="roundRect">
          <a:avLst>
            <a:gd name="adj" fmla="val 10000"/>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b="1" kern="1200" dirty="0" smtClean="0"/>
            <a:t>transitions</a:t>
          </a:r>
          <a:endParaRPr lang="en-US" sz="3000" b="1" kern="1200" dirty="0"/>
        </a:p>
      </dsp:txBody>
      <dsp:txXfrm>
        <a:off x="2127308" y="5402578"/>
        <a:ext cx="2052492" cy="995281"/>
      </dsp:txXfrm>
    </dsp:sp>
    <dsp:sp modelId="{CF1D54DD-7039-4554-A8F1-EF5B1FDAE4EA}">
      <dsp:nvSpPr>
        <dsp:cNvPr id="0" name=""/>
        <dsp:cNvSpPr/>
      </dsp:nvSpPr>
      <dsp:spPr>
        <a:xfrm rot="15120000">
          <a:off x="2064070" y="4055597"/>
          <a:ext cx="1100488" cy="370023"/>
        </a:xfrm>
        <a:prstGeom prst="leftRightArrow">
          <a:avLst>
            <a:gd name="adj1" fmla="val 60000"/>
            <a:gd name="adj2" fmla="val 50000"/>
          </a:avLst>
        </a:prstGeom>
        <a:solidFill>
          <a:schemeClr val="dk1"/>
        </a:solidFill>
        <a:ln w="12700" cap="flat" cmpd="sng" algn="ctr">
          <a:solidFill>
            <a:schemeClr val="dk1">
              <a:shade val="50000"/>
            </a:schemeClr>
          </a:solidFill>
          <a:prstDash val="solid"/>
          <a:miter lim="800000"/>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en-US" sz="1500" kern="1200"/>
        </a:p>
      </dsp:txBody>
      <dsp:txXfrm rot="10800000">
        <a:off x="2175077" y="4129602"/>
        <a:ext cx="878474" cy="222013"/>
      </dsp:txXfrm>
    </dsp:sp>
    <dsp:sp modelId="{F5BEAFFC-8112-468C-9DF1-B8AEACAE6948}">
      <dsp:nvSpPr>
        <dsp:cNvPr id="0" name=""/>
        <dsp:cNvSpPr/>
      </dsp:nvSpPr>
      <dsp:spPr>
        <a:xfrm>
          <a:off x="1017863" y="2052393"/>
          <a:ext cx="2114422" cy="1057211"/>
        </a:xfrm>
        <a:prstGeom prst="roundRect">
          <a:avLst>
            <a:gd name="adj" fmla="val 10000"/>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b="1" kern="1200" dirty="0" smtClean="0"/>
            <a:t>animations</a:t>
          </a:r>
          <a:endParaRPr lang="en-US" sz="3000" b="1" kern="1200" dirty="0"/>
        </a:p>
      </dsp:txBody>
      <dsp:txXfrm>
        <a:off x="1048828" y="2083358"/>
        <a:ext cx="2052492" cy="995281"/>
      </dsp:txXfrm>
    </dsp:sp>
    <dsp:sp modelId="{35CEA4E1-DE7B-4967-B812-089F2693808F}">
      <dsp:nvSpPr>
        <dsp:cNvPr id="0" name=""/>
        <dsp:cNvSpPr/>
      </dsp:nvSpPr>
      <dsp:spPr>
        <a:xfrm rot="19440000">
          <a:off x="2936578" y="1370292"/>
          <a:ext cx="1100488" cy="370023"/>
        </a:xfrm>
        <a:prstGeom prst="leftRightArrow">
          <a:avLst>
            <a:gd name="adj1" fmla="val 60000"/>
            <a:gd name="adj2" fmla="val 50000"/>
          </a:avLst>
        </a:prstGeom>
        <a:solidFill>
          <a:schemeClr val="dk1"/>
        </a:solidFill>
        <a:ln w="12700" cap="flat" cmpd="sng" algn="ctr">
          <a:solidFill>
            <a:schemeClr val="dk1">
              <a:shade val="50000"/>
            </a:schemeClr>
          </a:solidFill>
          <a:prstDash val="solid"/>
          <a:miter lim="800000"/>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en-US" sz="1500" kern="1200"/>
        </a:p>
      </dsp:txBody>
      <dsp:txXfrm>
        <a:off x="3047585" y="1444297"/>
        <a:ext cx="878474" cy="2220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E20F7E-7B13-4215-BFD1-0D382485DE3F}">
      <dsp:nvSpPr>
        <dsp:cNvPr id="0" name=""/>
        <dsp:cNvSpPr/>
      </dsp:nvSpPr>
      <dsp:spPr>
        <a:xfrm>
          <a:off x="1841500" y="0"/>
          <a:ext cx="6313713" cy="6313713"/>
        </a:xfrm>
        <a:prstGeom prst="triangl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a:effectLst/>
      </dsp:spPr>
      <dsp:style>
        <a:lnRef idx="0">
          <a:scrgbClr r="0" g="0" b="0"/>
        </a:lnRef>
        <a:fillRef idx="0">
          <a:scrgbClr r="0" g="0" b="0"/>
        </a:fillRef>
        <a:effectRef idx="0">
          <a:scrgbClr r="0" g="0" b="0"/>
        </a:effectRef>
        <a:fontRef idx="minor">
          <a:schemeClr val="lt1"/>
        </a:fontRef>
      </dsp:style>
    </dsp:sp>
    <dsp:sp modelId="{10C317A3-AD52-407F-96CC-29410DAA4D05}">
      <dsp:nvSpPr>
        <dsp:cNvPr id="0" name=""/>
        <dsp:cNvSpPr/>
      </dsp:nvSpPr>
      <dsp:spPr>
        <a:xfrm>
          <a:off x="4998357" y="634762"/>
          <a:ext cx="4103913" cy="149457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lvl="0" algn="ctr" defTabSz="1555750">
            <a:lnSpc>
              <a:spcPct val="90000"/>
            </a:lnSpc>
            <a:spcBef>
              <a:spcPct val="0"/>
            </a:spcBef>
            <a:spcAft>
              <a:spcPct val="35000"/>
            </a:spcAft>
          </a:pPr>
          <a:r>
            <a:rPr lang="az-Latn-AZ" sz="3500" b="1" kern="1200" dirty="0" smtClean="0">
              <a:latin typeface="Algerian" panose="04020705040A02060702" pitchFamily="82" charset="0"/>
            </a:rPr>
            <a:t>dizayn və şablonlar</a:t>
          </a:r>
          <a:endParaRPr lang="en-US" sz="3500" b="1" kern="1200" dirty="0">
            <a:latin typeface="Algerian" panose="04020705040A02060702" pitchFamily="82" charset="0"/>
          </a:endParaRPr>
        </a:p>
      </dsp:txBody>
      <dsp:txXfrm>
        <a:off x="5071316" y="707721"/>
        <a:ext cx="3957995" cy="1348656"/>
      </dsp:txXfrm>
    </dsp:sp>
    <dsp:sp modelId="{395240F1-DCAB-424D-9E52-5E125CF65C7A}">
      <dsp:nvSpPr>
        <dsp:cNvPr id="0" name=""/>
        <dsp:cNvSpPr/>
      </dsp:nvSpPr>
      <dsp:spPr>
        <a:xfrm>
          <a:off x="4998357" y="2316158"/>
          <a:ext cx="4103913" cy="149457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lvl="0" algn="ctr" defTabSz="1555750">
            <a:lnSpc>
              <a:spcPct val="90000"/>
            </a:lnSpc>
            <a:spcBef>
              <a:spcPct val="0"/>
            </a:spcBef>
            <a:spcAft>
              <a:spcPct val="35000"/>
            </a:spcAft>
          </a:pPr>
          <a:r>
            <a:rPr lang="az-Latn-AZ" sz="3500" b="1" kern="1200" dirty="0" smtClean="0">
              <a:latin typeface="Algerian" panose="04020705040A02060702" pitchFamily="82" charset="0"/>
            </a:rPr>
            <a:t>Mətn və mətn qutuları</a:t>
          </a:r>
          <a:endParaRPr lang="en-US" sz="3500" b="1" kern="1200" dirty="0">
            <a:latin typeface="Algerian" panose="04020705040A02060702" pitchFamily="82" charset="0"/>
          </a:endParaRPr>
        </a:p>
      </dsp:txBody>
      <dsp:txXfrm>
        <a:off x="5071316" y="2389117"/>
        <a:ext cx="3957995" cy="1348656"/>
      </dsp:txXfrm>
    </dsp:sp>
    <dsp:sp modelId="{652D7E0D-86F5-484E-AC4B-0C9316B00C1D}">
      <dsp:nvSpPr>
        <dsp:cNvPr id="0" name=""/>
        <dsp:cNvSpPr/>
      </dsp:nvSpPr>
      <dsp:spPr>
        <a:xfrm>
          <a:off x="4998357" y="3997554"/>
          <a:ext cx="4103913" cy="149457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lvl="0" algn="ctr" defTabSz="1555750">
            <a:lnSpc>
              <a:spcPct val="90000"/>
            </a:lnSpc>
            <a:spcBef>
              <a:spcPct val="0"/>
            </a:spcBef>
            <a:spcAft>
              <a:spcPct val="35000"/>
            </a:spcAft>
          </a:pPr>
          <a:r>
            <a:rPr lang="az-Latn-AZ" sz="3500" b="1" kern="1200" dirty="0" smtClean="0">
              <a:latin typeface="Algerian" panose="04020705040A02060702" pitchFamily="82" charset="0"/>
            </a:rPr>
            <a:t>Cədvəllər və qutular</a:t>
          </a:r>
          <a:endParaRPr lang="en-US" sz="3500" b="1" kern="1200" dirty="0">
            <a:latin typeface="Algerian" panose="04020705040A02060702" pitchFamily="82" charset="0"/>
          </a:endParaRPr>
        </a:p>
      </dsp:txBody>
      <dsp:txXfrm>
        <a:off x="5071316" y="4070513"/>
        <a:ext cx="3957995" cy="1348656"/>
      </dsp:txXfrm>
    </dsp:sp>
  </dsp:spTree>
</dsp:drawing>
</file>

<file path=ppt/diagrams/layout1.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ru-R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ru-RU"/>
          </a:p>
        </p:txBody>
      </p:sp>
      <p:sp>
        <p:nvSpPr>
          <p:cNvPr id="4" name="Date Placeholder 3"/>
          <p:cNvSpPr>
            <a:spLocks noGrp="1"/>
          </p:cNvSpPr>
          <p:nvPr>
            <p:ph type="dt" sz="half" idx="10"/>
          </p:nvPr>
        </p:nvSpPr>
        <p:spPr/>
        <p:txBody>
          <a:bodyPr/>
          <a:lstStyle/>
          <a:p>
            <a:fld id="{2AA7C3EC-E54C-4230-9C25-90C22872128C}" type="datetimeFigureOut">
              <a:rPr lang="ru-RU" smtClean="0"/>
              <a:t>20.11.2024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B61B610-5660-4BE4-AF8E-103D521E04BD}" type="slidenum">
              <a:rPr lang="ru-RU" smtClean="0"/>
              <a:t>‹#›</a:t>
            </a:fld>
            <a:endParaRPr lang="ru-RU"/>
          </a:p>
        </p:txBody>
      </p:sp>
    </p:spTree>
    <p:extLst>
      <p:ext uri="{BB962C8B-B14F-4D97-AF65-F5344CB8AC3E}">
        <p14:creationId xmlns:p14="http://schemas.microsoft.com/office/powerpoint/2010/main" val="3978016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2AA7C3EC-E54C-4230-9C25-90C22872128C}" type="datetimeFigureOut">
              <a:rPr lang="ru-RU" smtClean="0"/>
              <a:t>20.11.2024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B61B610-5660-4BE4-AF8E-103D521E04BD}" type="slidenum">
              <a:rPr lang="ru-RU" smtClean="0"/>
              <a:t>‹#›</a:t>
            </a:fld>
            <a:endParaRPr lang="ru-RU"/>
          </a:p>
        </p:txBody>
      </p:sp>
    </p:spTree>
    <p:extLst>
      <p:ext uri="{BB962C8B-B14F-4D97-AF65-F5344CB8AC3E}">
        <p14:creationId xmlns:p14="http://schemas.microsoft.com/office/powerpoint/2010/main" val="2439049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ru-R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AA7C3EC-E54C-4230-9C25-90C22872128C}" type="datetimeFigureOut">
              <a:rPr lang="ru-RU" smtClean="0"/>
              <a:t>20.11.2024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B61B610-5660-4BE4-AF8E-103D521E04BD}" type="slidenum">
              <a:rPr lang="ru-RU" smtClean="0"/>
              <a:t>‹#›</a:t>
            </a:fld>
            <a:endParaRPr lang="ru-RU"/>
          </a:p>
        </p:txBody>
      </p:sp>
    </p:spTree>
    <p:extLst>
      <p:ext uri="{BB962C8B-B14F-4D97-AF65-F5344CB8AC3E}">
        <p14:creationId xmlns:p14="http://schemas.microsoft.com/office/powerpoint/2010/main" val="4095266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Date Placeholder 4"/>
          <p:cNvSpPr>
            <a:spLocks noGrp="1"/>
          </p:cNvSpPr>
          <p:nvPr>
            <p:ph type="dt" sz="half" idx="10"/>
          </p:nvPr>
        </p:nvSpPr>
        <p:spPr/>
        <p:txBody>
          <a:bodyPr/>
          <a:lstStyle/>
          <a:p>
            <a:fld id="{2AA7C3EC-E54C-4230-9C25-90C22872128C}" type="datetimeFigureOut">
              <a:rPr lang="ru-RU" smtClean="0"/>
              <a:t>20.11.2024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B61B610-5660-4BE4-AF8E-103D521E04BD}" type="slidenum">
              <a:rPr lang="ru-RU" smtClean="0"/>
              <a:t>‹#›</a:t>
            </a:fld>
            <a:endParaRPr lang="ru-RU"/>
          </a:p>
        </p:txBody>
      </p:sp>
    </p:spTree>
    <p:extLst>
      <p:ext uri="{BB962C8B-B14F-4D97-AF65-F5344CB8AC3E}">
        <p14:creationId xmlns:p14="http://schemas.microsoft.com/office/powerpoint/2010/main" val="2933283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ru-R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7" name="Date Placeholder 6"/>
          <p:cNvSpPr>
            <a:spLocks noGrp="1"/>
          </p:cNvSpPr>
          <p:nvPr>
            <p:ph type="dt" sz="half" idx="10"/>
          </p:nvPr>
        </p:nvSpPr>
        <p:spPr/>
        <p:txBody>
          <a:bodyPr/>
          <a:lstStyle/>
          <a:p>
            <a:fld id="{2AA7C3EC-E54C-4230-9C25-90C22872128C}" type="datetimeFigureOut">
              <a:rPr lang="ru-RU" smtClean="0"/>
              <a:t>20.11.2024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EB61B610-5660-4BE4-AF8E-103D521E04BD}" type="slidenum">
              <a:rPr lang="ru-RU" smtClean="0"/>
              <a:t>‹#›</a:t>
            </a:fld>
            <a:endParaRPr lang="ru-RU"/>
          </a:p>
        </p:txBody>
      </p:sp>
    </p:spTree>
    <p:extLst>
      <p:ext uri="{BB962C8B-B14F-4D97-AF65-F5344CB8AC3E}">
        <p14:creationId xmlns:p14="http://schemas.microsoft.com/office/powerpoint/2010/main" val="300134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Date Placeholder 2"/>
          <p:cNvSpPr>
            <a:spLocks noGrp="1"/>
          </p:cNvSpPr>
          <p:nvPr>
            <p:ph type="dt" sz="half" idx="10"/>
          </p:nvPr>
        </p:nvSpPr>
        <p:spPr/>
        <p:txBody>
          <a:bodyPr/>
          <a:lstStyle/>
          <a:p>
            <a:fld id="{2AA7C3EC-E54C-4230-9C25-90C22872128C}" type="datetimeFigureOut">
              <a:rPr lang="ru-RU" smtClean="0"/>
              <a:t>20.11.2024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EB61B610-5660-4BE4-AF8E-103D521E04BD}" type="slidenum">
              <a:rPr lang="ru-RU" smtClean="0"/>
              <a:t>‹#›</a:t>
            </a:fld>
            <a:endParaRPr lang="ru-RU"/>
          </a:p>
        </p:txBody>
      </p:sp>
    </p:spTree>
    <p:extLst>
      <p:ext uri="{BB962C8B-B14F-4D97-AF65-F5344CB8AC3E}">
        <p14:creationId xmlns:p14="http://schemas.microsoft.com/office/powerpoint/2010/main" val="3458519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A7C3EC-E54C-4230-9C25-90C22872128C}" type="datetimeFigureOut">
              <a:rPr lang="ru-RU" smtClean="0"/>
              <a:t>20.11.2024</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EB61B610-5660-4BE4-AF8E-103D521E04BD}" type="slidenum">
              <a:rPr lang="ru-RU" smtClean="0"/>
              <a:t>‹#›</a:t>
            </a:fld>
            <a:endParaRPr lang="ru-RU"/>
          </a:p>
        </p:txBody>
      </p:sp>
    </p:spTree>
    <p:extLst>
      <p:ext uri="{BB962C8B-B14F-4D97-AF65-F5344CB8AC3E}">
        <p14:creationId xmlns:p14="http://schemas.microsoft.com/office/powerpoint/2010/main" val="2419593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ru-R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AA7C3EC-E54C-4230-9C25-90C22872128C}" type="datetimeFigureOut">
              <a:rPr lang="ru-RU" smtClean="0"/>
              <a:t>20.11.2024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B61B610-5660-4BE4-AF8E-103D521E04BD}" type="slidenum">
              <a:rPr lang="ru-RU" smtClean="0"/>
              <a:t>‹#›</a:t>
            </a:fld>
            <a:endParaRPr lang="ru-RU"/>
          </a:p>
        </p:txBody>
      </p:sp>
    </p:spTree>
    <p:extLst>
      <p:ext uri="{BB962C8B-B14F-4D97-AF65-F5344CB8AC3E}">
        <p14:creationId xmlns:p14="http://schemas.microsoft.com/office/powerpoint/2010/main" val="475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ru-R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AA7C3EC-E54C-4230-9C25-90C22872128C}" type="datetimeFigureOut">
              <a:rPr lang="ru-RU" smtClean="0"/>
              <a:t>20.11.2024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B61B610-5660-4BE4-AF8E-103D521E04BD}" type="slidenum">
              <a:rPr lang="ru-RU" smtClean="0"/>
              <a:t>‹#›</a:t>
            </a:fld>
            <a:endParaRPr lang="ru-RU"/>
          </a:p>
        </p:txBody>
      </p:sp>
    </p:spTree>
    <p:extLst>
      <p:ext uri="{BB962C8B-B14F-4D97-AF65-F5344CB8AC3E}">
        <p14:creationId xmlns:p14="http://schemas.microsoft.com/office/powerpoint/2010/main" val="561135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2AA7C3EC-E54C-4230-9C25-90C22872128C}" type="datetimeFigureOut">
              <a:rPr lang="ru-RU" smtClean="0"/>
              <a:t>20.11.2024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B61B610-5660-4BE4-AF8E-103D521E04BD}" type="slidenum">
              <a:rPr lang="ru-RU" smtClean="0"/>
              <a:t>‹#›</a:t>
            </a:fld>
            <a:endParaRPr lang="ru-RU"/>
          </a:p>
        </p:txBody>
      </p:sp>
    </p:spTree>
    <p:extLst>
      <p:ext uri="{BB962C8B-B14F-4D97-AF65-F5344CB8AC3E}">
        <p14:creationId xmlns:p14="http://schemas.microsoft.com/office/powerpoint/2010/main" val="87020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ru-R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2AA7C3EC-E54C-4230-9C25-90C22872128C}" type="datetimeFigureOut">
              <a:rPr lang="ru-RU" smtClean="0"/>
              <a:t>20.11.2024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B61B610-5660-4BE4-AF8E-103D521E04BD}" type="slidenum">
              <a:rPr lang="ru-RU" smtClean="0"/>
              <a:t>‹#›</a:t>
            </a:fld>
            <a:endParaRPr lang="ru-RU"/>
          </a:p>
        </p:txBody>
      </p:sp>
    </p:spTree>
    <p:extLst>
      <p:ext uri="{BB962C8B-B14F-4D97-AF65-F5344CB8AC3E}">
        <p14:creationId xmlns:p14="http://schemas.microsoft.com/office/powerpoint/2010/main" val="1033030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ru-R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A7C3EC-E54C-4230-9C25-90C22872128C}" type="datetimeFigureOut">
              <a:rPr lang="ru-RU" smtClean="0"/>
              <a:t>20.11.2024</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61B610-5660-4BE4-AF8E-103D521E04BD}" type="slidenum">
              <a:rPr lang="ru-RU" smtClean="0"/>
              <a:t>‹#›</a:t>
            </a:fld>
            <a:endParaRPr lang="ru-RU"/>
          </a:p>
        </p:txBody>
      </p:sp>
    </p:spTree>
    <p:extLst>
      <p:ext uri="{BB962C8B-B14F-4D97-AF65-F5344CB8AC3E}">
        <p14:creationId xmlns:p14="http://schemas.microsoft.com/office/powerpoint/2010/main" val="37702207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zərbaycan Texniki Universiteti | Bak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1999" y="0"/>
            <a:ext cx="7998836" cy="482138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76055" y="242891"/>
            <a:ext cx="7550727" cy="969817"/>
          </a:xfrm>
          <a:prstGeom prst="rect">
            <a:avLst/>
          </a:prstGeom>
        </p:spPr>
        <p:txBody>
          <a:bodyPr wrap="square">
            <a:spAutoFit/>
          </a:bodyPr>
          <a:lstStyle/>
          <a:p>
            <a:pPr algn="ctr"/>
            <a:r>
              <a:rPr lang="az-Latn-AZ" sz="2800" dirty="0" smtClean="0">
                <a:ln w="0"/>
                <a:effectLst>
                  <a:outerShdw blurRad="38100" dist="19050" dir="2700000" algn="tl" rotWithShape="0">
                    <a:schemeClr val="dk1">
                      <a:alpha val="40000"/>
                    </a:schemeClr>
                  </a:outerShdw>
                </a:effectLst>
              </a:rPr>
              <a:t>AZƏRBAYCAN RESPUBLİKASI ELM VƏ TƏHSİL NAZİRLİYİ</a:t>
            </a:r>
            <a:endParaRPr lang="en-US" sz="2800" dirty="0">
              <a:ln w="0"/>
              <a:effectLst>
                <a:outerShdw blurRad="38100" dist="19050" dir="2700000" algn="tl" rotWithShape="0">
                  <a:schemeClr val="dk1">
                    <a:alpha val="40000"/>
                  </a:schemeClr>
                </a:outerShdw>
              </a:effectLst>
            </a:endParaRPr>
          </a:p>
        </p:txBody>
      </p:sp>
      <p:sp>
        <p:nvSpPr>
          <p:cNvPr id="6" name="Rectangle 5"/>
          <p:cNvSpPr/>
          <p:nvPr/>
        </p:nvSpPr>
        <p:spPr>
          <a:xfrm>
            <a:off x="2216725" y="3734738"/>
            <a:ext cx="7934110" cy="312326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endParaRPr lang="az-Latn-AZ" sz="2000" dirty="0"/>
          </a:p>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endParaRPr lang="az-Latn-AZ" sz="2000" dirty="0"/>
          </a:p>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r>
              <a:rPr lang="az-Latn-AZ" sz="2000" dirty="0" smtClean="0"/>
              <a:t>Fakultə</a:t>
            </a:r>
            <a:r>
              <a:rPr lang="en-US" sz="2000" dirty="0" smtClean="0"/>
              <a:t>: </a:t>
            </a:r>
            <a:r>
              <a:rPr lang="az-Latn-AZ" sz="2000" dirty="0" smtClean="0"/>
              <a:t>İnformasiya və telekommunikasiya texnologiyaları</a:t>
            </a:r>
          </a:p>
          <a:p>
            <a:pPr marL="285750" indent="-285750">
              <a:buFont typeface="Arial" panose="020B0604020202020204" pitchFamily="34" charset="0"/>
              <a:buChar char="•"/>
            </a:pPr>
            <a:r>
              <a:rPr lang="az-Latn-AZ" sz="2000" dirty="0" smtClean="0"/>
              <a:t>Kafedra</a:t>
            </a:r>
            <a:r>
              <a:rPr lang="en-US" sz="2000" dirty="0" smtClean="0"/>
              <a:t>: </a:t>
            </a:r>
            <a:r>
              <a:rPr lang="az-Latn-AZ" sz="2000" dirty="0" smtClean="0"/>
              <a:t>Kompüter texnologiyaları</a:t>
            </a:r>
          </a:p>
          <a:p>
            <a:pPr marL="285750" indent="-285750">
              <a:buFont typeface="Arial" panose="020B0604020202020204" pitchFamily="34" charset="0"/>
              <a:buChar char="•"/>
            </a:pPr>
            <a:r>
              <a:rPr lang="az-Latn-AZ" sz="2000" dirty="0" smtClean="0"/>
              <a:t>Fənn adı</a:t>
            </a:r>
            <a:r>
              <a:rPr lang="en-US" sz="2000" dirty="0" smtClean="0"/>
              <a:t>:</a:t>
            </a:r>
            <a:r>
              <a:rPr lang="az-Latn-AZ" sz="2000" dirty="0" smtClean="0"/>
              <a:t> İnformasiya texnologiyalarının əsasları</a:t>
            </a:r>
          </a:p>
          <a:p>
            <a:pPr algn="ctr"/>
            <a:endParaRPr lang="az-Latn-AZ" dirty="0" smtClean="0"/>
          </a:p>
          <a:p>
            <a:pPr algn="ctr"/>
            <a:r>
              <a:rPr lang="az-Latn-AZ" dirty="0" smtClean="0"/>
              <a:t>LABORATORİYA İŞİ </a:t>
            </a:r>
            <a:r>
              <a:rPr lang="ru-RU" dirty="0" smtClean="0"/>
              <a:t>№</a:t>
            </a:r>
            <a:r>
              <a:rPr lang="en-US" dirty="0"/>
              <a:t>5</a:t>
            </a:r>
            <a:endParaRPr lang="az-Latn-AZ" dirty="0" smtClean="0"/>
          </a:p>
          <a:p>
            <a:pPr marL="285750" indent="-285750">
              <a:buFont typeface="Arial" panose="020B0604020202020204" pitchFamily="34" charset="0"/>
              <a:buChar char="•"/>
            </a:pPr>
            <a:r>
              <a:rPr lang="az-Latn-AZ" sz="2000" dirty="0" smtClean="0"/>
              <a:t>Mövzu</a:t>
            </a:r>
            <a:r>
              <a:rPr lang="en-US" sz="2000" dirty="0" smtClean="0"/>
              <a:t>:Power Point </a:t>
            </a:r>
            <a:r>
              <a:rPr lang="az-Latn-AZ" sz="2000" dirty="0" smtClean="0"/>
              <a:t>elektron </a:t>
            </a:r>
            <a:r>
              <a:rPr lang="en-US" sz="2000" dirty="0" smtClean="0"/>
              <a:t>t</a:t>
            </a:r>
            <a:r>
              <a:rPr lang="az-Latn-AZ" sz="2000" dirty="0" smtClean="0"/>
              <a:t>əqdimatı ilə işin əsasları</a:t>
            </a:r>
          </a:p>
          <a:p>
            <a:pPr marL="285750" indent="-285750">
              <a:buFont typeface="Arial" panose="020B0604020202020204" pitchFamily="34" charset="0"/>
              <a:buChar char="•"/>
            </a:pPr>
            <a:r>
              <a:rPr lang="az-Latn-AZ" sz="2000" dirty="0" smtClean="0"/>
              <a:t>Kurs</a:t>
            </a:r>
            <a:r>
              <a:rPr lang="en-US" sz="2000" dirty="0" smtClean="0"/>
              <a:t>: </a:t>
            </a:r>
            <a:r>
              <a:rPr lang="az-Latn-AZ" sz="2000" dirty="0" smtClean="0"/>
              <a:t>1</a:t>
            </a:r>
            <a:r>
              <a:rPr lang="en-US" sz="2000" dirty="0" smtClean="0"/>
              <a:t>-</a:t>
            </a:r>
            <a:r>
              <a:rPr lang="az-Latn-AZ" sz="2000" dirty="0" smtClean="0"/>
              <a:t>ci</a:t>
            </a:r>
            <a:endParaRPr lang="en-US" sz="2000" dirty="0" smtClean="0"/>
          </a:p>
          <a:p>
            <a:pPr marL="285750" indent="-285750">
              <a:buFont typeface="Arial" panose="020B0604020202020204" pitchFamily="34" charset="0"/>
              <a:buChar char="•"/>
            </a:pPr>
            <a:r>
              <a:rPr lang="en-US" sz="2000" dirty="0" smtClean="0"/>
              <a:t>Qrup:6224a1</a:t>
            </a:r>
            <a:endParaRPr lang="az-Latn-AZ" sz="2000" dirty="0" smtClean="0"/>
          </a:p>
          <a:p>
            <a:pPr marL="285750" indent="-285750">
              <a:buFont typeface="Arial" panose="020B0604020202020204" pitchFamily="34" charset="0"/>
              <a:buChar char="•"/>
            </a:pPr>
            <a:r>
              <a:rPr lang="az-Latn-AZ" sz="2000" dirty="0" smtClean="0"/>
              <a:t>Tələbə</a:t>
            </a:r>
            <a:r>
              <a:rPr lang="en-US" sz="2000" dirty="0" smtClean="0"/>
              <a:t>: </a:t>
            </a:r>
            <a:r>
              <a:rPr lang="az-Latn-AZ" sz="2000" dirty="0" smtClean="0"/>
              <a:t>Cəfərova Nazlı</a:t>
            </a:r>
          </a:p>
          <a:p>
            <a:pPr marL="285750" indent="-285750">
              <a:buFont typeface="Arial" panose="020B0604020202020204" pitchFamily="34" charset="0"/>
              <a:buChar char="•"/>
            </a:pPr>
            <a:r>
              <a:rPr lang="az-Latn-AZ" sz="2000" dirty="0" smtClean="0"/>
              <a:t>Müəllim</a:t>
            </a:r>
            <a:r>
              <a:rPr lang="en-US" sz="2000" dirty="0" smtClean="0"/>
              <a:t>:</a:t>
            </a:r>
            <a:r>
              <a:rPr lang="az-Latn-AZ" sz="2000" dirty="0" smtClean="0"/>
              <a:t> Quliyeva Tükəzban</a:t>
            </a:r>
          </a:p>
          <a:p>
            <a:endParaRPr lang="az-Latn-AZ" dirty="0" smtClean="0"/>
          </a:p>
          <a:p>
            <a:endParaRPr lang="az-Latn-AZ" dirty="0" smtClean="0"/>
          </a:p>
          <a:p>
            <a:endParaRPr lang="az-Latn-AZ" dirty="0"/>
          </a:p>
          <a:p>
            <a:endParaRPr lang="az-Latn-AZ" dirty="0" smtClean="0"/>
          </a:p>
          <a:p>
            <a:endParaRPr lang="az-Latn-AZ" dirty="0"/>
          </a:p>
        </p:txBody>
      </p:sp>
    </p:spTree>
    <p:extLst>
      <p:ext uri="{BB962C8B-B14F-4D97-AF65-F5344CB8AC3E}">
        <p14:creationId xmlns:p14="http://schemas.microsoft.com/office/powerpoint/2010/main" val="3383173639"/>
      </p:ext>
    </p:extLst>
  </p:cSld>
  <p:clrMapOvr>
    <a:masterClrMapping/>
  </p:clrMapOvr>
  <p:transition spd="slow">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947886" cy="1325563"/>
          </a:xfrm>
        </p:spPr>
        <p:txBody>
          <a:bodyPr/>
          <a:lstStyle/>
          <a:p>
            <a:r>
              <a:rPr lang="az-Latn-AZ" b="1" dirty="0" smtClean="0">
                <a:latin typeface="Algerian" panose="04020705040A02060702" pitchFamily="82" charset="0"/>
              </a:rPr>
              <a:t>PO</a:t>
            </a:r>
            <a:r>
              <a:rPr lang="en-US" b="1" dirty="0" smtClean="0">
                <a:latin typeface="Algerian" panose="04020705040A02060702" pitchFamily="82" charset="0"/>
              </a:rPr>
              <a:t>WER POINT</a:t>
            </a:r>
            <a:endParaRPr lang="ru-RU" b="1" dirty="0">
              <a:latin typeface="Impact" panose="020B0806030902050204" pitchFamily="34" charset="0"/>
            </a:endParaRPr>
          </a:p>
        </p:txBody>
      </p:sp>
      <p:pic>
        <p:nvPicPr>
          <p:cNvPr id="1026" name="Picture 2" descr="Microsoft Powerpoint 2016 – IT Business Campu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114" y="986972"/>
            <a:ext cx="5065486" cy="506548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979886" y="168317"/>
            <a:ext cx="6096000" cy="6463308"/>
          </a:xfrm>
          <a:prstGeom prst="rect">
            <a:avLst/>
          </a:prstGeom>
        </p:spPr>
        <p:txBody>
          <a:bodyPr>
            <a:spAutoFit/>
          </a:bodyPr>
          <a:lstStyle/>
          <a:p>
            <a:r>
              <a:rPr lang="az-Latn-AZ" b="1" dirty="0" smtClean="0"/>
              <a:t>PowerPoint, Microsoft Office paketinin bir hissəsi olaraq təqdimatlar yaratmaq üçün istifadə olunan bir proqramdır. Bu proqram istifadəçilərə vizual təqdimatlar hazırlamağa imkan verir və biznes, təhsil və digər sahələrdə geniş şəkildə istifadə olunur. PowerPoint-in əsas funksiyaları və xüsusiyyətləri barədə məlumat:</a:t>
            </a:r>
          </a:p>
          <a:p>
            <a:r>
              <a:rPr lang="az-Latn-AZ" b="1" dirty="0" smtClean="0"/>
              <a:t>PowerPoint haqqında ümumi məlumat:</a:t>
            </a:r>
          </a:p>
          <a:p>
            <a:pPr>
              <a:buFont typeface="Arial" panose="020B0604020202020204" pitchFamily="34" charset="0"/>
              <a:buChar char="•"/>
            </a:pPr>
            <a:r>
              <a:rPr lang="az-Latn-AZ" b="1" dirty="0" smtClean="0"/>
              <a:t>Yaradıcı Təqdimatlar: PowerPoint təqdimatlar üçün slaydlar (slaydlara yazılar, şəkillər, videolar, cədvəllər, diaqramlar və s. əlavə etmək mümkündür) yaratmağa imkan verir.</a:t>
            </a:r>
          </a:p>
          <a:p>
            <a:pPr>
              <a:buFont typeface="Arial" panose="020B0604020202020204" pitchFamily="34" charset="0"/>
              <a:buChar char="•"/>
            </a:pPr>
            <a:r>
              <a:rPr lang="az-Latn-AZ" b="1" dirty="0" smtClean="0"/>
              <a:t>İnteraktivlik: Təqdimatlarda animasiyalar, keçidlər və interaktiv elementlər əlavə edərək, izləyicilər üçün maraqlı və diqqət cəlb edici təcrübə yarada bilərsiniz.</a:t>
            </a:r>
          </a:p>
          <a:p>
            <a:pPr>
              <a:buFont typeface="Arial" panose="020B0604020202020204" pitchFamily="34" charset="0"/>
              <a:buChar char="•"/>
            </a:pPr>
            <a:r>
              <a:rPr lang="az-Latn-AZ" b="1" dirty="0" smtClean="0"/>
              <a:t>Şablonlar və Dizaynlar: PowerPoint-də hazır şablonlar və dizaynlar mövcuddur ki, bu da istifadəçilərin sürətlə və asanlıqla peşəkar görünüşlü təqdimatlar hazırlamasına kömək edir.</a:t>
            </a:r>
          </a:p>
          <a:p>
            <a:pPr>
              <a:buFont typeface="Arial" panose="020B0604020202020204" pitchFamily="34" charset="0"/>
              <a:buChar char="•"/>
            </a:pPr>
            <a:r>
              <a:rPr lang="az-Latn-AZ" b="1" dirty="0" smtClean="0"/>
              <a:t>Qrafik və Vizuallar: Şəkillər, qrafiklər, diagramlar və videolar kimi müxtəlif vizual elementləri daxil edərək məlumatları daha aydın və təsirli şəkildə təqdim edə bilərsiniz.</a:t>
            </a:r>
          </a:p>
          <a:p>
            <a:pPr>
              <a:buFont typeface="Arial" panose="020B0604020202020204" pitchFamily="34" charset="0"/>
              <a:buChar char="•"/>
            </a:pPr>
            <a:r>
              <a:rPr lang="az-Latn-AZ" b="1" dirty="0" smtClean="0"/>
              <a:t>Səs və Video Əlavələri: Təqdimatlara səs yazıları və videolar əlavə edərək, daha interaktiv və dinamik təqdimatlar hazırlamaq mümkündür.</a:t>
            </a:r>
            <a:endParaRPr lang="az-Latn-AZ" b="1" dirty="0"/>
          </a:p>
        </p:txBody>
      </p:sp>
    </p:spTree>
    <p:extLst>
      <p:ext uri="{BB962C8B-B14F-4D97-AF65-F5344CB8AC3E}">
        <p14:creationId xmlns:p14="http://schemas.microsoft.com/office/powerpoint/2010/main" val="39717882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1179629" cy="1325563"/>
          </a:xfrm>
        </p:spPr>
        <p:txBody>
          <a:bodyPr/>
          <a:lstStyle/>
          <a:p>
            <a:r>
              <a:rPr lang="en-US" b="1" dirty="0" smtClean="0">
                <a:latin typeface="Algerian" panose="04020705040A02060702" pitchFamily="82" charset="0"/>
              </a:rPr>
              <a:t>“POWER </a:t>
            </a:r>
            <a:r>
              <a:rPr lang="en-US" b="1" dirty="0" err="1" smtClean="0">
                <a:latin typeface="Algerian" panose="04020705040A02060702" pitchFamily="82" charset="0"/>
              </a:rPr>
              <a:t>POINT”in</a:t>
            </a:r>
            <a:r>
              <a:rPr lang="en-US" b="1" dirty="0" smtClean="0">
                <a:latin typeface="Algerian" panose="04020705040A02060702" pitchFamily="82" charset="0"/>
              </a:rPr>
              <a:t> </a:t>
            </a:r>
            <a:r>
              <a:rPr lang="az-Latn-AZ" b="1" dirty="0" smtClean="0">
                <a:latin typeface="Algerian" panose="04020705040A02060702" pitchFamily="82" charset="0"/>
              </a:rPr>
              <a:t>ƏSAS XÜSUSİYYƏTLƏRİ</a:t>
            </a:r>
            <a:endParaRPr lang="ru-RU" b="1" dirty="0"/>
          </a:p>
        </p:txBody>
      </p:sp>
      <p:pic>
        <p:nvPicPr>
          <p:cNvPr id="2050" name="Picture 2" descr="PowerPoint-də Təşkilat Diaqramının Yaradılmasına dair məluma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089" y="1047068"/>
            <a:ext cx="7620000" cy="279921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790089" y="1047068"/>
            <a:ext cx="4401911" cy="2031325"/>
          </a:xfrm>
          <a:prstGeom prst="rect">
            <a:avLst/>
          </a:prstGeom>
        </p:spPr>
        <p:txBody>
          <a:bodyPr wrap="square">
            <a:spAutoFit/>
          </a:bodyPr>
          <a:lstStyle/>
          <a:p>
            <a:r>
              <a:rPr lang="az-Latn-AZ" b="1" dirty="0" smtClean="0"/>
              <a:t>PowerPoint-in Əsas Xüsusiyyətləri təqdimat hazırlama prosesini asanlaşdıran və onu daha təsirli edən bir sıra vacib funksiyaları ehtiva edir. Bu xüsusiyyətlər təqdimatları həm vizual, həm də məzmun baxımından zənginləşdirir. Aşağıda PowerPoint-in əsas xüsusiyyətləri ilə tanış ola bilərsiniz:</a:t>
            </a:r>
            <a:endParaRPr lang="ru-RU" b="1" dirty="0"/>
          </a:p>
        </p:txBody>
      </p:sp>
      <p:sp>
        <p:nvSpPr>
          <p:cNvPr id="4" name="Rectangle 3"/>
          <p:cNvSpPr/>
          <p:nvPr/>
        </p:nvSpPr>
        <p:spPr>
          <a:xfrm>
            <a:off x="170089" y="3846285"/>
            <a:ext cx="5167086" cy="2862322"/>
          </a:xfrm>
          <a:prstGeom prst="rect">
            <a:avLst/>
          </a:prstGeom>
        </p:spPr>
        <p:txBody>
          <a:bodyPr wrap="square">
            <a:spAutoFit/>
          </a:bodyPr>
          <a:lstStyle/>
          <a:p>
            <a:r>
              <a:rPr lang="az-Latn-AZ" b="1" dirty="0" smtClean="0"/>
              <a:t>1. Slaydlar</a:t>
            </a:r>
          </a:p>
          <a:p>
            <a:pPr>
              <a:buFont typeface="Arial" panose="020B0604020202020204" pitchFamily="34" charset="0"/>
              <a:buChar char="•"/>
            </a:pPr>
            <a:r>
              <a:rPr lang="az-Latn-AZ" b="1" dirty="0" smtClean="0"/>
              <a:t>Təsvir: PowerPoint-də hər bir təqdimat bir sıra slaydlardan ibarətdir. Hər slayd müəyyən bir məlumatı təqdim edir.</a:t>
            </a:r>
          </a:p>
          <a:p>
            <a:pPr>
              <a:buFont typeface="Arial" panose="020B0604020202020204" pitchFamily="34" charset="0"/>
              <a:buChar char="•"/>
            </a:pPr>
            <a:r>
              <a:rPr lang="az-Latn-AZ" b="1" dirty="0" smtClean="0"/>
              <a:t>Xüsusiyyətlər:</a:t>
            </a:r>
          </a:p>
          <a:p>
            <a:pPr marL="742950" lvl="1" indent="-285750">
              <a:buFont typeface="Arial" panose="020B0604020202020204" pitchFamily="34" charset="0"/>
              <a:buChar char="•"/>
            </a:pPr>
            <a:r>
              <a:rPr lang="az-Latn-AZ" b="1" dirty="0" smtClean="0"/>
              <a:t>Slaydlara mətn, şəkillər, qrafiklər, videolar və s. əlavə etmək mümkündür.</a:t>
            </a:r>
          </a:p>
          <a:p>
            <a:pPr marL="742950" lvl="1" indent="-285750">
              <a:buFont typeface="Arial" panose="020B0604020202020204" pitchFamily="34" charset="0"/>
              <a:buChar char="•"/>
            </a:pPr>
            <a:r>
              <a:rPr lang="az-Latn-AZ" b="1" dirty="0" smtClean="0"/>
              <a:t>Slaydlarda müxtəlif düzülüşlər (layout) seçmək olar: başlıq slaydı, mətn slaydı, şəkil slaydı və s.</a:t>
            </a:r>
            <a:endParaRPr lang="az-Latn-AZ" b="1" dirty="0"/>
          </a:p>
        </p:txBody>
      </p:sp>
      <p:sp>
        <p:nvSpPr>
          <p:cNvPr id="5" name="Rectangle 4"/>
          <p:cNvSpPr/>
          <p:nvPr/>
        </p:nvSpPr>
        <p:spPr>
          <a:xfrm>
            <a:off x="5791200" y="3984784"/>
            <a:ext cx="6096000" cy="2585323"/>
          </a:xfrm>
          <a:prstGeom prst="rect">
            <a:avLst/>
          </a:prstGeom>
        </p:spPr>
        <p:txBody>
          <a:bodyPr>
            <a:spAutoFit/>
          </a:bodyPr>
          <a:lstStyle/>
          <a:p>
            <a:r>
              <a:rPr lang="az-Latn-AZ" b="1" dirty="0" smtClean="0"/>
              <a:t>2. Keçidlər (Transitions)</a:t>
            </a:r>
          </a:p>
          <a:p>
            <a:pPr>
              <a:buFont typeface="Arial" panose="020B0604020202020204" pitchFamily="34" charset="0"/>
              <a:buChar char="•"/>
            </a:pPr>
            <a:r>
              <a:rPr lang="az-Latn-AZ" b="1" dirty="0" smtClean="0"/>
              <a:t>Təsvir: Slaydlara keçidlər əlavə edərək, bir slayddan digərinə keçidi daha maraqlı və dinamik etmək mümkündür.</a:t>
            </a:r>
          </a:p>
          <a:p>
            <a:pPr>
              <a:buFont typeface="Arial" panose="020B0604020202020204" pitchFamily="34" charset="0"/>
              <a:buChar char="•"/>
            </a:pPr>
            <a:r>
              <a:rPr lang="az-Latn-AZ" b="1" dirty="0" smtClean="0"/>
              <a:t>Xüsusiyyətlər:</a:t>
            </a:r>
          </a:p>
          <a:p>
            <a:pPr marL="742950" lvl="1" indent="-285750">
              <a:buFont typeface="Arial" panose="020B0604020202020204" pitchFamily="34" charset="0"/>
              <a:buChar char="•"/>
            </a:pPr>
            <a:r>
              <a:rPr lang="az-Latn-AZ" b="1" dirty="0" smtClean="0"/>
              <a:t>Keçidlər slaydlar arasında tətbiq olunur və təqdimata vizual effektlər əlavə edir (məsələn, fade, push, wipe, cube və s.).</a:t>
            </a:r>
          </a:p>
          <a:p>
            <a:pPr marL="742950" lvl="1" indent="-285750">
              <a:buFont typeface="Arial" panose="020B0604020202020204" pitchFamily="34" charset="0"/>
              <a:buChar char="•"/>
            </a:pPr>
            <a:r>
              <a:rPr lang="az-Latn-AZ" b="1" dirty="0" smtClean="0"/>
              <a:t>Hər bir keçidin sürətini və effekti tənzimləmək mümkündür.</a:t>
            </a:r>
            <a:endParaRPr lang="az-Latn-AZ" b="1" dirty="0"/>
          </a:p>
        </p:txBody>
      </p:sp>
    </p:spTree>
    <p:extLst>
      <p:ext uri="{BB962C8B-B14F-4D97-AF65-F5344CB8AC3E}">
        <p14:creationId xmlns:p14="http://schemas.microsoft.com/office/powerpoint/2010/main" val="7167748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Microsoft PowerPoint Haqqında - www.YUSIF.a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657" y="193447"/>
            <a:ext cx="5675086" cy="366735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p:cNvSpPr>
            <a:spLocks noChangeArrowheads="1"/>
          </p:cNvSpPr>
          <p:nvPr/>
        </p:nvSpPr>
        <p:spPr bwMode="auto">
          <a:xfrm>
            <a:off x="6037943" y="193447"/>
            <a:ext cx="615405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eaLnBrk="0" fontAlgn="base" hangingPunct="0">
              <a:spcBef>
                <a:spcPct val="0"/>
              </a:spcBef>
              <a:spcAft>
                <a:spcPct val="0"/>
              </a:spcAft>
            </a:pPr>
            <a:r>
              <a:rPr kumimoji="0" lang="az-Latn-AZ" altLang="ru-RU" b="1" i="0" u="none" strike="noStrike" cap="none" normalizeH="0" baseline="0" dirty="0" smtClean="0">
                <a:ln>
                  <a:noFill/>
                </a:ln>
                <a:solidFill>
                  <a:schemeClr val="tx1"/>
                </a:solidFill>
                <a:effectLst/>
                <a:latin typeface="Arial" panose="020B0604020202020204" pitchFamily="34" charset="0"/>
              </a:rPr>
              <a:t>Təsvir: PowerPoint təqdimatlarında hiperlinklər və interaktiv keçidlər istifadə edərək təqdimatı daha dinamik etmək mümkündür.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Xüsusiyyətlər: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Hiperlinklər: Təqdimatın bir slaydından digərinə və ya xarici veb səhifəyə keçidlər əlavə edilə bilər.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Aksiya düymələri: Slaydlarda müəyyən bir obyekti klikləməklə digər slayda keçmək mümkündür. Bu, təqdimatın interaktivliyini artırır.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p:txBody>
      </p:sp>
      <p:sp>
        <p:nvSpPr>
          <p:cNvPr id="3" name="Rectangle 4"/>
          <p:cNvSpPr>
            <a:spLocks noChangeArrowheads="1"/>
          </p:cNvSpPr>
          <p:nvPr/>
        </p:nvSpPr>
        <p:spPr bwMode="auto">
          <a:xfrm>
            <a:off x="6037943" y="2851341"/>
            <a:ext cx="611777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Təsvir: PowerPoint-in bulud əsaslı xüsusiyyətləri işbirliyini və təqdimatın bir neçə istifadəçi tərəfindən eyni anda redaktə edilməsini asanlaşdırır.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Xüsusiyyətlər: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Microsoft OneDrive və SharePoint: Təqdimatlar buludda saxlanıla bilər və bir neçə istifadəçi eyni anda təqdimat üzərində işləyə bilər.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Əlavə Şərhlər və Yorumlar: Təqdimata şərhlər əlavə edərək, komanda üzvləri ilə fikir mübadiləsi aparmaq mümkündür.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5"/>
          <p:cNvSpPr>
            <a:spLocks noChangeArrowheads="1"/>
          </p:cNvSpPr>
          <p:nvPr/>
        </p:nvSpPr>
        <p:spPr bwMode="auto">
          <a:xfrm>
            <a:off x="159657" y="3903453"/>
            <a:ext cx="597988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Təsvir: PowerPoint təqdimatları müxtəlif formatlarda saxlanıb paylaşılabilir.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Xüsusiyyətlər: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Təqdimatları PowerPoint (PPTX), PDF, video (MP4) və digər formatlarda saxlayıb paylaşmaq mümkündür.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Təqdimatlar buluda yüklənərək, birbaşa e-poçtla göndərilə bilər.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649432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əqdimat üçün dərhal PowerPoint-də xronometrajın yaradılması"/>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032" y="120876"/>
            <a:ext cx="5218823" cy="3333524"/>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Təqdimat üçün dərhal PowerPoint-də xronometrajın yaradılması"/>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3033" y="1787638"/>
            <a:ext cx="4468967" cy="2854553"/>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Təqdimat üçün PowerPoint-də Ağıl Xəritəsini Necə Yaratmaq ola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99" y="3686630"/>
            <a:ext cx="5183156" cy="259805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330855" y="120876"/>
            <a:ext cx="2245602" cy="3970318"/>
          </a:xfrm>
          <a:prstGeom prst="rect">
            <a:avLst/>
          </a:prstGeom>
        </p:spPr>
        <p:txBody>
          <a:bodyPr wrap="square">
            <a:spAutoFit/>
          </a:bodyPr>
          <a:lstStyle/>
          <a:p>
            <a:r>
              <a:rPr lang="az-Latn-AZ" b="1" dirty="0" smtClean="0"/>
              <a:t>PowerPoint ilə Təqdimat Yaratma Prosesi təklif edir ki, istifadəçilər mərhələli şəkildə təqdimat hazırlasınlar. Aşağıda bu prosesi addım-addım izah </a:t>
            </a:r>
            <a:r>
              <a:rPr lang="az-Latn-AZ" b="1" u="sng" dirty="0" smtClean="0"/>
              <a:t>edəcəyəm. Hər bir mərhələ </a:t>
            </a:r>
            <a:r>
              <a:rPr lang="az-Latn-AZ" b="1" dirty="0" smtClean="0"/>
              <a:t>təqdimatın məqsədinə və hədəf auditoriyasına uyğun olaraq tənzimlənə bilər.</a:t>
            </a:r>
            <a:endParaRPr lang="ru-RU" b="1" dirty="0"/>
          </a:p>
        </p:txBody>
      </p:sp>
      <p:sp>
        <p:nvSpPr>
          <p:cNvPr id="3" name="Rectangle 7"/>
          <p:cNvSpPr>
            <a:spLocks noChangeArrowheads="1"/>
          </p:cNvSpPr>
          <p:nvPr/>
        </p:nvSpPr>
        <p:spPr bwMode="auto">
          <a:xfrm>
            <a:off x="6385560" y="4668860"/>
            <a:ext cx="580644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Proqramı açın: Microsoft PowerPoint proqramını açın.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Yeni təqdimat seçin: İlk açılışda "Yeni" seçin və təqdimatın boş bir sənədini açın. PowerPoint həmçinin əvvəlki təqdimatlardan və ya hazır şablonlardan istifadə etməyə də imkan verir. </a:t>
            </a:r>
          </a:p>
        </p:txBody>
      </p:sp>
    </p:spTree>
    <p:extLst>
      <p:ext uri="{BB962C8B-B14F-4D97-AF65-F5344CB8AC3E}">
        <p14:creationId xmlns:p14="http://schemas.microsoft.com/office/powerpoint/2010/main" val="25168262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3367314" y="2191657"/>
            <a:ext cx="4963886" cy="2249714"/>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b="1" dirty="0" smtClean="0">
                <a:solidFill>
                  <a:schemeClr val="tx1"/>
                </a:solidFill>
              </a:rPr>
              <a:t>POWER POINT</a:t>
            </a:r>
            <a:endParaRPr lang="ru-RU" b="1" dirty="0">
              <a:solidFill>
                <a:schemeClr val="tx1"/>
              </a:solidFill>
            </a:endParaRPr>
          </a:p>
        </p:txBody>
      </p:sp>
      <p:cxnSp>
        <p:nvCxnSpPr>
          <p:cNvPr id="8" name="Straight Arrow Connector 7"/>
          <p:cNvCxnSpPr/>
          <p:nvPr/>
        </p:nvCxnSpPr>
        <p:spPr>
          <a:xfrm flipV="1">
            <a:off x="7286171" y="1509486"/>
            <a:ext cx="1538514" cy="783771"/>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p:cNvCxnSpPr/>
          <p:nvPr/>
        </p:nvCxnSpPr>
        <p:spPr>
          <a:xfrm flipH="1" flipV="1">
            <a:off x="2380343" y="1915886"/>
            <a:ext cx="1219200" cy="696685"/>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12" name="Straight Arrow Connector 11"/>
          <p:cNvCxnSpPr/>
          <p:nvPr/>
        </p:nvCxnSpPr>
        <p:spPr>
          <a:xfrm>
            <a:off x="7634514" y="4194629"/>
            <a:ext cx="1190171" cy="972457"/>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p:cNvCxnSpPr/>
          <p:nvPr/>
        </p:nvCxnSpPr>
        <p:spPr>
          <a:xfrm flipH="1">
            <a:off x="2779485" y="4441371"/>
            <a:ext cx="1640115" cy="1045029"/>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16" name="Oval 15"/>
          <p:cNvSpPr/>
          <p:nvPr/>
        </p:nvSpPr>
        <p:spPr>
          <a:xfrm>
            <a:off x="9216571" y="783771"/>
            <a:ext cx="2452915" cy="140788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b="1" dirty="0" smtClean="0">
                <a:solidFill>
                  <a:schemeClr val="tx1"/>
                </a:solidFill>
              </a:rPr>
              <a:t>INSERT</a:t>
            </a:r>
            <a:endParaRPr lang="ru-RU" b="1" dirty="0">
              <a:solidFill>
                <a:schemeClr val="tx1"/>
              </a:solidFill>
            </a:endParaRPr>
          </a:p>
        </p:txBody>
      </p:sp>
      <p:sp>
        <p:nvSpPr>
          <p:cNvPr id="17" name="Oval 16"/>
          <p:cNvSpPr/>
          <p:nvPr/>
        </p:nvSpPr>
        <p:spPr>
          <a:xfrm>
            <a:off x="9056914" y="4963885"/>
            <a:ext cx="2612572" cy="13498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b="1" dirty="0" smtClean="0">
                <a:solidFill>
                  <a:schemeClr val="tx1"/>
                </a:solidFill>
              </a:rPr>
              <a:t>DESIGN</a:t>
            </a:r>
            <a:endParaRPr lang="ru-RU" b="1" dirty="0">
              <a:solidFill>
                <a:schemeClr val="tx1"/>
              </a:solidFill>
            </a:endParaRPr>
          </a:p>
        </p:txBody>
      </p:sp>
      <p:sp>
        <p:nvSpPr>
          <p:cNvPr id="18" name="Oval 17"/>
          <p:cNvSpPr/>
          <p:nvPr/>
        </p:nvSpPr>
        <p:spPr>
          <a:xfrm>
            <a:off x="261257" y="449944"/>
            <a:ext cx="2518228" cy="1465942"/>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b="1" dirty="0" smtClean="0">
                <a:solidFill>
                  <a:schemeClr val="tx1"/>
                </a:solidFill>
              </a:rPr>
              <a:t>VIEW</a:t>
            </a:r>
            <a:endParaRPr lang="ru-RU" b="1" dirty="0">
              <a:solidFill>
                <a:schemeClr val="tx1"/>
              </a:solidFill>
            </a:endParaRPr>
          </a:p>
        </p:txBody>
      </p:sp>
      <p:sp>
        <p:nvSpPr>
          <p:cNvPr id="19" name="Oval 18"/>
          <p:cNvSpPr/>
          <p:nvPr/>
        </p:nvSpPr>
        <p:spPr>
          <a:xfrm>
            <a:off x="181428" y="5167086"/>
            <a:ext cx="2764972" cy="1465943"/>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b="1" dirty="0" smtClean="0">
                <a:solidFill>
                  <a:schemeClr val="tx1"/>
                </a:solidFill>
              </a:rPr>
              <a:t>REWIEW</a:t>
            </a:r>
            <a:endParaRPr lang="ru-RU" b="1" dirty="0">
              <a:solidFill>
                <a:schemeClr val="tx1"/>
              </a:solidFill>
            </a:endParaRPr>
          </a:p>
        </p:txBody>
      </p:sp>
      <p:cxnSp>
        <p:nvCxnSpPr>
          <p:cNvPr id="21" name="Straight Arrow Connector 20"/>
          <p:cNvCxnSpPr/>
          <p:nvPr/>
        </p:nvCxnSpPr>
        <p:spPr>
          <a:xfrm flipV="1">
            <a:off x="5196114" y="1219200"/>
            <a:ext cx="856343" cy="972457"/>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22" name="Oval 21"/>
          <p:cNvSpPr/>
          <p:nvPr/>
        </p:nvSpPr>
        <p:spPr>
          <a:xfrm>
            <a:off x="5696857" y="43544"/>
            <a:ext cx="2772229" cy="1204685"/>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b="1" dirty="0" smtClean="0">
                <a:solidFill>
                  <a:schemeClr val="tx1"/>
                </a:solidFill>
              </a:rPr>
              <a:t>FILE</a:t>
            </a:r>
            <a:endParaRPr lang="ru-RU" b="1" dirty="0">
              <a:solidFill>
                <a:schemeClr val="tx1"/>
              </a:solidFill>
            </a:endParaRPr>
          </a:p>
        </p:txBody>
      </p:sp>
      <p:cxnSp>
        <p:nvCxnSpPr>
          <p:cNvPr id="24" name="Straight Arrow Connector 23"/>
          <p:cNvCxnSpPr/>
          <p:nvPr/>
        </p:nvCxnSpPr>
        <p:spPr>
          <a:xfrm flipH="1">
            <a:off x="6052457" y="4542971"/>
            <a:ext cx="333829" cy="943429"/>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25" name="Oval 24"/>
          <p:cNvSpPr/>
          <p:nvPr/>
        </p:nvSpPr>
        <p:spPr>
          <a:xfrm>
            <a:off x="4862286" y="5558972"/>
            <a:ext cx="2859314" cy="1219201"/>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b="1" dirty="0" smtClean="0">
                <a:solidFill>
                  <a:schemeClr val="tx1"/>
                </a:solidFill>
              </a:rPr>
              <a:t>ANIMATIONS</a:t>
            </a:r>
            <a:endParaRPr lang="ru-RU" b="1" dirty="0">
              <a:solidFill>
                <a:schemeClr val="tx1"/>
              </a:solidFill>
            </a:endParaRPr>
          </a:p>
        </p:txBody>
      </p:sp>
      <p:cxnSp>
        <p:nvCxnSpPr>
          <p:cNvPr id="27" name="Straight Arrow Connector 26"/>
          <p:cNvCxnSpPr/>
          <p:nvPr/>
        </p:nvCxnSpPr>
        <p:spPr>
          <a:xfrm flipH="1">
            <a:off x="2481943" y="3497943"/>
            <a:ext cx="885371" cy="290286"/>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28" name="Oval 27"/>
          <p:cNvSpPr/>
          <p:nvPr/>
        </p:nvSpPr>
        <p:spPr>
          <a:xfrm>
            <a:off x="47171" y="3367314"/>
            <a:ext cx="2434772" cy="1407885"/>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b="1" dirty="0" smtClean="0">
                <a:solidFill>
                  <a:schemeClr val="tx1"/>
                </a:solidFill>
              </a:rPr>
              <a:t>SLIDE SHOW</a:t>
            </a:r>
            <a:endParaRPr lang="ru-RU" b="1" dirty="0">
              <a:solidFill>
                <a:schemeClr val="tx1"/>
              </a:solidFill>
            </a:endParaRPr>
          </a:p>
        </p:txBody>
      </p:sp>
      <p:cxnSp>
        <p:nvCxnSpPr>
          <p:cNvPr id="30" name="Straight Arrow Connector 29"/>
          <p:cNvCxnSpPr/>
          <p:nvPr/>
        </p:nvCxnSpPr>
        <p:spPr>
          <a:xfrm>
            <a:off x="8469086" y="3367314"/>
            <a:ext cx="878114" cy="0"/>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31" name="Oval 30"/>
          <p:cNvSpPr/>
          <p:nvPr/>
        </p:nvSpPr>
        <p:spPr>
          <a:xfrm>
            <a:off x="9485086" y="2852057"/>
            <a:ext cx="2409371" cy="1291771"/>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algn="ctr"/>
            <a:r>
              <a:rPr lang="en-US" b="1" dirty="0" smtClean="0">
                <a:solidFill>
                  <a:schemeClr val="tx1"/>
                </a:solidFill>
              </a:rPr>
              <a:t>OFFICE TAB</a:t>
            </a:r>
            <a:endParaRPr lang="ru-RU" b="1" dirty="0">
              <a:solidFill>
                <a:schemeClr val="tx1"/>
              </a:solidFill>
            </a:endParaRPr>
          </a:p>
        </p:txBody>
      </p:sp>
    </p:spTree>
    <p:extLst>
      <p:ext uri="{BB962C8B-B14F-4D97-AF65-F5344CB8AC3E}">
        <p14:creationId xmlns:p14="http://schemas.microsoft.com/office/powerpoint/2010/main" val="3619434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Slaydlara baxılma rejimi. Adi rejim - Onlayn tədris portalı"/>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362857"/>
            <a:ext cx="6865257" cy="376759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p:cNvSpPr>
            <a:spLocks noChangeArrowheads="1"/>
          </p:cNvSpPr>
          <p:nvPr/>
        </p:nvSpPr>
        <p:spPr bwMode="auto">
          <a:xfrm>
            <a:off x="0" y="-2204"/>
            <a:ext cx="5036457" cy="1985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Slayd 9: Nəticə və Tövsiyələr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PowerPoint, təqdimatlar hazırlamaq üçün güclü və asan istifadə olunan bir vasitədir.</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Təqdimat hazırlarkən dizayna diqqət yetirmək, vizual elementlərdən düzgün istifadə etmək və təqdimatın məqsədini nəzərə almaq vacibdir.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p:txBody>
      </p:sp>
      <p:sp>
        <p:nvSpPr>
          <p:cNvPr id="5" name="Rectangle 4"/>
          <p:cNvSpPr/>
          <p:nvPr/>
        </p:nvSpPr>
        <p:spPr>
          <a:xfrm>
            <a:off x="0" y="1688850"/>
            <a:ext cx="5283200" cy="2031325"/>
          </a:xfrm>
          <a:prstGeom prst="rect">
            <a:avLst/>
          </a:prstGeom>
        </p:spPr>
        <p:txBody>
          <a:bodyPr wrap="square">
            <a:spAutoFit/>
          </a:bodyPr>
          <a:lstStyle/>
          <a:p>
            <a:r>
              <a:rPr lang="az-Latn-AZ" b="1" dirty="0" smtClean="0"/>
              <a:t>PowerPoint-in Əsas Xüsusiyyətləri təqdimat hazırlama prosesini asanlaşdıran və onu daha təsirli edən bir sıra vacib funksiyaları ehtiva edir. Bu xüsusiyyətlər təqdimatları həm vizual, həm də məzmun baxımından zənginləşdirir. Aşağıda PowerPoint-in əsas xüsusiyyətləri ilə tanış ola bilərsiniz:</a:t>
            </a:r>
            <a:endParaRPr lang="ru-RU" b="1" dirty="0"/>
          </a:p>
        </p:txBody>
      </p:sp>
      <p:sp>
        <p:nvSpPr>
          <p:cNvPr id="6" name="Rectangle 5"/>
          <p:cNvSpPr/>
          <p:nvPr/>
        </p:nvSpPr>
        <p:spPr>
          <a:xfrm>
            <a:off x="29029" y="3862978"/>
            <a:ext cx="5283200" cy="2585323"/>
          </a:xfrm>
          <a:prstGeom prst="rect">
            <a:avLst/>
          </a:prstGeom>
        </p:spPr>
        <p:txBody>
          <a:bodyPr wrap="square">
            <a:spAutoFit/>
          </a:bodyPr>
          <a:lstStyle/>
          <a:p>
            <a:pPr>
              <a:buFont typeface="Arial" panose="020B0604020202020204" pitchFamily="34" charset="0"/>
              <a:buChar char="•"/>
            </a:pPr>
            <a:r>
              <a:rPr lang="az-Latn-AZ" b="1" dirty="0" smtClean="0"/>
              <a:t>Təsvir: Slaydlara keçidlər əlavə edərək, bir slayddan digərinə keçidi daha maraqlı və dinamik etmək mümkündür.</a:t>
            </a:r>
          </a:p>
          <a:p>
            <a:pPr>
              <a:buFont typeface="Arial" panose="020B0604020202020204" pitchFamily="34" charset="0"/>
              <a:buChar char="•"/>
            </a:pPr>
            <a:r>
              <a:rPr lang="az-Latn-AZ" b="1" dirty="0" smtClean="0"/>
              <a:t>Xüsusiyyətlər:</a:t>
            </a:r>
          </a:p>
          <a:p>
            <a:pPr marL="742950" lvl="1" indent="-285750">
              <a:buFont typeface="Arial" panose="020B0604020202020204" pitchFamily="34" charset="0"/>
              <a:buChar char="•"/>
            </a:pPr>
            <a:r>
              <a:rPr lang="az-Latn-AZ" b="1" dirty="0" smtClean="0"/>
              <a:t>Keçidlər slaydlar arasında tətbiq olunur və təqdimata vizual effektlər əlavə edir (məsələn, fade, push, wipe, cube və s.).</a:t>
            </a:r>
          </a:p>
          <a:p>
            <a:pPr marL="742950" lvl="1" indent="-285750">
              <a:buFont typeface="Arial" panose="020B0604020202020204" pitchFamily="34" charset="0"/>
              <a:buChar char="•"/>
            </a:pPr>
            <a:r>
              <a:rPr lang="az-Latn-AZ" b="1" dirty="0" smtClean="0"/>
              <a:t>Hər bir keçidin sürətini və effekti tənzimləmək mümkündür.</a:t>
            </a:r>
            <a:endParaRPr lang="az-Latn-AZ" b="1" dirty="0"/>
          </a:p>
        </p:txBody>
      </p:sp>
      <p:sp>
        <p:nvSpPr>
          <p:cNvPr id="7" name="Rectangle 6"/>
          <p:cNvSpPr>
            <a:spLocks noChangeArrowheads="1"/>
          </p:cNvSpPr>
          <p:nvPr/>
        </p:nvSpPr>
        <p:spPr bwMode="auto">
          <a:xfrm>
            <a:off x="5013960" y="4273252"/>
            <a:ext cx="718529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Təsvir: Slaydlarda olan mətn və obyektlərə animasiya tətbiq edərək, hər bir elementin daxil olma, çıxma və ya hərəkət etmə formasını dəyişmək mümkündür.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Xüsusiyyətlər: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Mətni və şəkilləri slayda daxil edərkən animasiya əlavə etmək (məsələn, mətni yavaş-yavaş göstərmək, şəkil üzərinə "zıplama" effekti əlavə etmək və 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Animasiya ardıcıllığını və sürətini idarə etmək mümkündü</a:t>
            </a:r>
            <a:r>
              <a:rPr kumimoji="0" lang="ru-RU" altLang="ru-RU" sz="1800" b="0" i="0" u="none" strike="noStrike" cap="none" normalizeH="0" baseline="0" dirty="0" smtClean="0">
                <a:ln>
                  <a:noFill/>
                </a:ln>
                <a:solidFill>
                  <a:schemeClr val="tx1"/>
                </a:solidFill>
                <a:effectLst/>
                <a:latin typeface="Arial" panose="020B0604020202020204" pitchFamily="34" charset="0"/>
              </a:rPr>
              <a:t>r.</a:t>
            </a:r>
          </a:p>
          <a:p>
            <a:pPr marL="0" marR="0" lvl="0" indent="0" algn="l" defTabSz="914400" rtl="0" eaLnBrk="0" fontAlgn="base" latinLnBrk="0" hangingPunct="0">
              <a:lnSpc>
                <a:spcPct val="100000"/>
              </a:lnSpc>
              <a:spcBef>
                <a:spcPct val="0"/>
              </a:spcBef>
              <a:spcAft>
                <a:spcPct val="0"/>
              </a:spcAft>
              <a:buClrTx/>
              <a:buSzTx/>
              <a:tabLst/>
            </a:pPr>
            <a:endParaRPr kumimoji="0" lang="ru-RU" altLang="ru-RU"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0828760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ree Creative PowerPoint Template - PowerPoint Schoo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0"/>
            <a:ext cx="7766755" cy="43688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8011886" y="0"/>
            <a:ext cx="4180114" cy="5632311"/>
          </a:xfrm>
          <a:prstGeom prst="rect">
            <a:avLst/>
          </a:prstGeom>
        </p:spPr>
        <p:txBody>
          <a:bodyPr wrap="square">
            <a:spAutoFit/>
          </a:bodyPr>
          <a:lstStyle/>
          <a:p>
            <a:r>
              <a:rPr lang="az-Latn-AZ" b="1" dirty="0"/>
              <a:t>PowerPoint təqdimatının yaradılması addımları:</a:t>
            </a:r>
          </a:p>
          <a:p>
            <a:pPr>
              <a:buFont typeface="+mj-lt"/>
              <a:buAutoNum type="arabicPeriod"/>
            </a:pPr>
            <a:r>
              <a:rPr lang="az-Latn-AZ" b="1" dirty="0"/>
              <a:t>Təqdimatın başlanğıcı:</a:t>
            </a:r>
          </a:p>
          <a:p>
            <a:pPr marL="742950" lvl="1" indent="-285750">
              <a:buFont typeface="+mj-lt"/>
              <a:buAutoNum type="arabicPeriod"/>
            </a:pPr>
            <a:r>
              <a:rPr lang="az-Latn-AZ" b="1" dirty="0"/>
              <a:t>PowerPoint proqramını açın.</a:t>
            </a:r>
          </a:p>
          <a:p>
            <a:pPr marL="742950" lvl="1" indent="-285750">
              <a:buFont typeface="+mj-lt"/>
              <a:buAutoNum type="arabicPeriod"/>
            </a:pPr>
            <a:r>
              <a:rPr lang="az-Latn-AZ" b="1" dirty="0"/>
              <a:t>Yeni bir təqdimat yaradın və uyğun şablon seçin.</a:t>
            </a:r>
          </a:p>
          <a:p>
            <a:pPr>
              <a:buFont typeface="+mj-lt"/>
              <a:buAutoNum type="arabicPeriod"/>
            </a:pPr>
            <a:r>
              <a:rPr lang="az-Latn-AZ" b="1" dirty="0"/>
              <a:t>Slayd əlavə edin:</a:t>
            </a:r>
          </a:p>
          <a:p>
            <a:pPr marL="742950" lvl="1" indent="-285750">
              <a:buFont typeface="+mj-lt"/>
              <a:buAutoNum type="arabicPeriod"/>
            </a:pPr>
            <a:r>
              <a:rPr lang="az-Latn-AZ" b="1" dirty="0"/>
              <a:t>"Yeni slayd" seçin və hər bir slayd üçün lazım olan mətni, şəkil və ya qrafiki əlavə edin.</a:t>
            </a:r>
          </a:p>
          <a:p>
            <a:pPr>
              <a:buFont typeface="+mj-lt"/>
              <a:buAutoNum type="arabicPeriod"/>
            </a:pPr>
            <a:r>
              <a:rPr lang="az-Latn-AZ" b="1" dirty="0"/>
              <a:t>Dizayn və formatlaşdırma:</a:t>
            </a:r>
          </a:p>
          <a:p>
            <a:pPr marL="742950" lvl="1" indent="-285750">
              <a:buFont typeface="+mj-lt"/>
              <a:buAutoNum type="arabicPeriod"/>
            </a:pPr>
            <a:r>
              <a:rPr lang="az-Latn-AZ" b="1" dirty="0"/>
              <a:t>Slaydların dizaynını seçin (rənglər, şriftlər, arxa planlar).</a:t>
            </a:r>
          </a:p>
          <a:p>
            <a:pPr marL="742950" lvl="1" indent="-285750">
              <a:buFont typeface="+mj-lt"/>
              <a:buAutoNum type="arabicPeriod"/>
            </a:pPr>
            <a:r>
              <a:rPr lang="az-Latn-AZ" b="1" dirty="0"/>
              <a:t>Hər bir slaydın formatını uyğun şəkildə tənzimləyin.</a:t>
            </a:r>
          </a:p>
          <a:p>
            <a:pPr>
              <a:buFont typeface="+mj-lt"/>
              <a:buAutoNum type="arabicPeriod"/>
            </a:pPr>
            <a:r>
              <a:rPr lang="az-Latn-AZ" b="1" dirty="0"/>
              <a:t>Animasiya və keçidlər:</a:t>
            </a:r>
          </a:p>
          <a:p>
            <a:pPr marL="742950" lvl="1" indent="-285750">
              <a:buFont typeface="+mj-lt"/>
              <a:buAutoNum type="arabicPeriod"/>
            </a:pPr>
            <a:r>
              <a:rPr lang="az-Latn-AZ" b="1" dirty="0"/>
              <a:t>Slaydlar arasında keçidlər (transition) və slayddakı obyektlərə animasiyalar əlavə edin.</a:t>
            </a:r>
          </a:p>
        </p:txBody>
      </p:sp>
      <p:sp>
        <p:nvSpPr>
          <p:cNvPr id="3" name="Rectangle 2"/>
          <p:cNvSpPr/>
          <p:nvPr/>
        </p:nvSpPr>
        <p:spPr>
          <a:xfrm>
            <a:off x="130628" y="4616648"/>
            <a:ext cx="7881258" cy="2031325"/>
          </a:xfrm>
          <a:prstGeom prst="rect">
            <a:avLst/>
          </a:prstGeom>
        </p:spPr>
        <p:txBody>
          <a:bodyPr wrap="square">
            <a:spAutoFit/>
          </a:bodyPr>
          <a:lstStyle/>
          <a:p>
            <a:pPr>
              <a:buFont typeface="Arial" panose="020B0604020202020204" pitchFamily="34" charset="0"/>
              <a:buChar char="•"/>
            </a:pPr>
            <a:r>
              <a:rPr lang="az-Latn-AZ" b="1" dirty="0"/>
              <a:t>Slayd şablonu (Slide Template): Təqdimatın dizaynını müəyyən edən əvvəlcədən təyin edilmiş şablon.</a:t>
            </a:r>
          </a:p>
          <a:p>
            <a:pPr>
              <a:buFont typeface="Arial" panose="020B0604020202020204" pitchFamily="34" charset="0"/>
              <a:buChar char="•"/>
            </a:pPr>
            <a:r>
              <a:rPr lang="az-Latn-AZ" b="1" dirty="0"/>
              <a:t>Keçid (Transition): Slaydlar arasında keçid effektləri.</a:t>
            </a:r>
          </a:p>
          <a:p>
            <a:pPr>
              <a:buFont typeface="Arial" panose="020B0604020202020204" pitchFamily="34" charset="0"/>
              <a:buChar char="•"/>
            </a:pPr>
            <a:r>
              <a:rPr lang="az-Latn-AZ" b="1" dirty="0"/>
              <a:t>Animasiya (Animation): Slaydın içindəki obyektlərin hərəkət etməsi üçün tətbiq edilən effektlər.</a:t>
            </a:r>
          </a:p>
          <a:p>
            <a:r>
              <a:rPr lang="az-Latn-AZ" b="1" dirty="0"/>
              <a:t>Əgər PowerPoint ilə əlaqədar müəyyən bir sualınız varsa, daha spesifik kömək edə bilərəm!</a:t>
            </a:r>
          </a:p>
        </p:txBody>
      </p:sp>
    </p:spTree>
    <p:extLst>
      <p:ext uri="{BB962C8B-B14F-4D97-AF65-F5344CB8AC3E}">
        <p14:creationId xmlns:p14="http://schemas.microsoft.com/office/powerpoint/2010/main" val="5851227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ÜCRETSİZ POWER POİNT SLAYT ŞABLON SİTELERİ | WEB 2 ARAÇLAR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1257" y="0"/>
            <a:ext cx="5646057" cy="394788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p:cNvSpPr>
            <a:spLocks noChangeArrowheads="1"/>
          </p:cNvSpPr>
          <p:nvPr/>
        </p:nvSpPr>
        <p:spPr bwMode="auto">
          <a:xfrm>
            <a:off x="8432800" y="-138499"/>
            <a:ext cx="37592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Mətn əlavə etmək: Hər slayda başlıq və mətn əlavə etmək üçün uyğun mətn qutularına yazı yaza bilərsiniz.</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Şəkil və ya qrafik əlavə etmək: Slaydın istənilən yerinə şəkil, video və qrafik əlavə edə bilərsiniz.</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Insert tabına keçin və "Pictures", "Shapes", "Icons" və ya "Chart" seçin.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Cədvəl və qrafiklər əlavə etmək: Məlumatları vizual şəkildə təqdim etmək üçün qrafiklər və cədvəllərdən istifadə edin. </a:t>
            </a:r>
          </a:p>
        </p:txBody>
      </p:sp>
      <p:sp>
        <p:nvSpPr>
          <p:cNvPr id="3" name="Rectangle 2"/>
          <p:cNvSpPr/>
          <p:nvPr/>
        </p:nvSpPr>
        <p:spPr>
          <a:xfrm>
            <a:off x="0" y="14515"/>
            <a:ext cx="2888342" cy="5632311"/>
          </a:xfrm>
          <a:prstGeom prst="rect">
            <a:avLst/>
          </a:prstGeom>
        </p:spPr>
        <p:txBody>
          <a:bodyPr wrap="square">
            <a:spAutoFit/>
          </a:bodyPr>
          <a:lstStyle/>
          <a:p>
            <a:r>
              <a:rPr lang="az-Latn-AZ" b="1" dirty="0"/>
              <a:t>Slayd animasiyaları və keçidlər</a:t>
            </a:r>
          </a:p>
          <a:p>
            <a:pPr>
              <a:buFont typeface="Arial" panose="020B0604020202020204" pitchFamily="34" charset="0"/>
              <a:buChar char="•"/>
            </a:pPr>
            <a:r>
              <a:rPr lang="az-Latn-AZ" b="1" dirty="0"/>
              <a:t>Keçidlər: Slaydlar arasındakı keçidləri müəyyən etmək üçün "Transitions" tabına keçin və keçid effektini seçin. Bu, təqdimatın daha dinamik və maraqlı olmasına kömək edir.</a:t>
            </a:r>
          </a:p>
          <a:p>
            <a:pPr>
              <a:buFont typeface="Arial" panose="020B0604020202020204" pitchFamily="34" charset="0"/>
              <a:buChar char="•"/>
            </a:pPr>
            <a:r>
              <a:rPr lang="az-Latn-AZ" b="1" dirty="0"/>
              <a:t>Animasiya: Slayddakı hər bir obyektə (mətn, şəkil, düymə və s.) animasiya əlavə edə bilərsiniz.</a:t>
            </a:r>
          </a:p>
          <a:p>
            <a:pPr marL="742950" lvl="1" indent="-285750">
              <a:buFont typeface="Arial" panose="020B0604020202020204" pitchFamily="34" charset="0"/>
              <a:buChar char="•"/>
            </a:pPr>
            <a:r>
              <a:rPr lang="az-Latn-AZ" b="1" dirty="0"/>
              <a:t>Animations tabına keçin və obyektlərə animasiya effektləri əlavə edin (məsələn, "Fly In", "Fade", "Zoom" və s.).</a:t>
            </a:r>
          </a:p>
        </p:txBody>
      </p:sp>
      <p:sp>
        <p:nvSpPr>
          <p:cNvPr id="4" name="Rectangle 3"/>
          <p:cNvSpPr/>
          <p:nvPr/>
        </p:nvSpPr>
        <p:spPr>
          <a:xfrm>
            <a:off x="2801257" y="3995678"/>
            <a:ext cx="8708571" cy="2862322"/>
          </a:xfrm>
          <a:prstGeom prst="rect">
            <a:avLst/>
          </a:prstGeom>
        </p:spPr>
        <p:txBody>
          <a:bodyPr wrap="square">
            <a:spAutoFit/>
          </a:bodyPr>
          <a:lstStyle/>
          <a:p>
            <a:pPr>
              <a:buFont typeface="Arial" panose="020B0604020202020204" pitchFamily="34" charset="0"/>
              <a:buChar char="•"/>
            </a:pPr>
            <a:r>
              <a:rPr lang="az-Latn-AZ" b="1" dirty="0"/>
              <a:t>Slaydların sırasını dəyişdirmək üçün, sol tərəfdəki "Slides" panelində bir slaydı sürükləyərək istədiyiniz yerə yerləşdirə bilərsiniz.</a:t>
            </a:r>
          </a:p>
          <a:p>
            <a:r>
              <a:rPr lang="az-Latn-AZ" b="1" dirty="0"/>
              <a:t>6. Slaydın dizaynı və formatlaşdırılması</a:t>
            </a:r>
          </a:p>
          <a:p>
            <a:pPr>
              <a:buFont typeface="Arial" panose="020B0604020202020204" pitchFamily="34" charset="0"/>
              <a:buChar char="•"/>
            </a:pPr>
            <a:r>
              <a:rPr lang="az-Latn-AZ" b="1" dirty="0"/>
              <a:t>Slaydın arxa planını dəyişdirmək: Arxa plan rəngini və ya şəkilini dəyişdirmək üçün Design tabına keçin və "Format Background" seçin.</a:t>
            </a:r>
          </a:p>
          <a:p>
            <a:pPr>
              <a:buFont typeface="Arial" panose="020B0604020202020204" pitchFamily="34" charset="0"/>
              <a:buChar char="•"/>
            </a:pPr>
            <a:r>
              <a:rPr lang="az-Latn-AZ" b="1" dirty="0"/>
              <a:t>Şrift və rənglərin tənzimlənməsi: Mətnin şriftini, ölçüsünü, rəngini və tərzini dəyişdirmək üçün slayd üzərindəki mətnə klikləyin və uyğun formatları seçin.</a:t>
            </a:r>
          </a:p>
          <a:p>
            <a:r>
              <a:rPr lang="az-Latn-AZ" b="1" dirty="0"/>
              <a:t>7. Slaydların nizamı və qruplaşdırılması</a:t>
            </a:r>
          </a:p>
          <a:p>
            <a:pPr>
              <a:buFont typeface="Arial" panose="020B0604020202020204" pitchFamily="34" charset="0"/>
              <a:buChar char="•"/>
            </a:pPr>
            <a:r>
              <a:rPr lang="az-Latn-AZ" b="1" dirty="0"/>
              <a:t>Slaydlar arasında məzmunu mütəşəkkil təqdim etmək üçün müəyyən slaydlarda oxşar dizaynlardan və ya mövzudan istifadə edin.</a:t>
            </a:r>
          </a:p>
        </p:txBody>
      </p:sp>
    </p:spTree>
    <p:extLst>
      <p:ext uri="{BB962C8B-B14F-4D97-AF65-F5344CB8AC3E}">
        <p14:creationId xmlns:p14="http://schemas.microsoft.com/office/powerpoint/2010/main" val="32178084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unum slaydı Microsoft PowerPoint En iyi yöntem Şablonu, Temel Eğitim  Çözümleri, mavi, metin png | PNGEg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489244" cy="47752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p:cNvSpPr>
            <a:spLocks noChangeArrowheads="1"/>
          </p:cNvSpPr>
          <p:nvPr/>
        </p:nvSpPr>
        <p:spPr bwMode="auto">
          <a:xfrm>
            <a:off x="8799286" y="0"/>
            <a:ext cx="3073400"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Slaydların idarə edilməsi ilə bağlı bəzi əsas qısa yollar: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Yeni slayd əlavə etmək</a:t>
            </a:r>
            <a:r>
              <a:rPr kumimoji="0" lang="az-Latn-AZ" altLang="ru-RU" sz="1800" b="1" i="0" u="none" strike="noStrike" cap="none" normalizeH="0" baseline="0" dirty="0" smtClean="0">
                <a:ln>
                  <a:noFill/>
                </a:ln>
                <a:solidFill>
                  <a:schemeClr val="tx1"/>
                </a:solidFill>
                <a:effectLst/>
                <a:latin typeface="Arial" panose="020B0604020202020204" pitchFamily="34" charset="0"/>
              </a:rPr>
              <a:t>: </a:t>
            </a:r>
            <a:r>
              <a:rPr kumimoji="0" lang="az-Latn-AZ" altLang="ru-RU" sz="1000" b="1" i="0" u="none" strike="noStrike" cap="none" normalizeH="0" baseline="0" dirty="0" smtClean="0">
                <a:ln>
                  <a:noFill/>
                </a:ln>
                <a:solidFill>
                  <a:schemeClr val="tx1"/>
                </a:solidFill>
                <a:effectLst/>
                <a:latin typeface="Arial Unicode MS"/>
              </a:rPr>
              <a:t>Ctrl</a:t>
            </a:r>
            <a:r>
              <a:rPr kumimoji="0" lang="az-Latn-AZ" altLang="ru-RU" sz="1100" b="1" i="0" u="none" strike="noStrike" cap="none" normalizeH="0" baseline="0" dirty="0" smtClean="0">
                <a:ln>
                  <a:noFill/>
                </a:ln>
                <a:solidFill>
                  <a:schemeClr val="tx1"/>
                </a:solidFill>
                <a:effectLst/>
              </a:rPr>
              <a:t> + </a:t>
            </a:r>
            <a:r>
              <a:rPr kumimoji="0" lang="az-Latn-AZ" altLang="ru-RU" sz="1000" b="1" i="0" u="none" strike="noStrike" cap="none" normalizeH="0" baseline="0" dirty="0" smtClean="0">
                <a:ln>
                  <a:noFill/>
                </a:ln>
                <a:solidFill>
                  <a:schemeClr val="tx1"/>
                </a:solidFill>
                <a:effectLst/>
                <a:latin typeface="Arial Unicode MS"/>
              </a:rPr>
              <a:t>M</a:t>
            </a:r>
            <a:endParaRPr kumimoji="0" lang="az-Latn-AZ" altLang="ru-RU" sz="11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Slaydı silmək: Seçdiyiniz slaydı sağ klikləyin və "Delete Slide" seçin.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Slayda keçid etmək: Slaydların arasına sürətlə keçmək üçün Slide Sorter görünüşünü istifadə edə bilərsiniz (View tabından aktivləşdirin).</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PowerPoint-də slaydlardan necə istifadə etmək, təqdimatınızın effektivliyini artırmaq və auditoriyanızı cəlb etmək üçün çox vacibdir.</a:t>
            </a:r>
          </a:p>
        </p:txBody>
      </p:sp>
      <p:sp>
        <p:nvSpPr>
          <p:cNvPr id="4" name="Rectangle 3"/>
          <p:cNvSpPr/>
          <p:nvPr/>
        </p:nvSpPr>
        <p:spPr>
          <a:xfrm>
            <a:off x="130629" y="4775200"/>
            <a:ext cx="9027886" cy="2031325"/>
          </a:xfrm>
          <a:prstGeom prst="rect">
            <a:avLst/>
          </a:prstGeom>
        </p:spPr>
        <p:txBody>
          <a:bodyPr wrap="square">
            <a:spAutoFit/>
          </a:bodyPr>
          <a:lstStyle/>
          <a:p>
            <a:pPr>
              <a:buFont typeface="Arial" panose="020B0604020202020204" pitchFamily="34" charset="0"/>
              <a:buChar char="•"/>
            </a:pPr>
            <a:r>
              <a:rPr lang="az-Latn-AZ" b="1" dirty="0"/>
              <a:t>laydın arxa planını dəyişdirmək: Arxa plan rəngini və ya şəkilini dəyişdirmək üçün Design tabına keçin və "Format Background" seçin.</a:t>
            </a:r>
          </a:p>
          <a:p>
            <a:pPr>
              <a:buFont typeface="Arial" panose="020B0604020202020204" pitchFamily="34" charset="0"/>
              <a:buChar char="•"/>
            </a:pPr>
            <a:r>
              <a:rPr lang="az-Latn-AZ" b="1" dirty="0"/>
              <a:t>Şrift və rənglərin tənzimlənməsi: Mətnin şriftini, ölçüsünü, rəngini və tərzini dəyişdirmək üçün slayd üzərindəki mətnə klikləyin və uyğun formatları seçin.</a:t>
            </a:r>
          </a:p>
          <a:p>
            <a:r>
              <a:rPr lang="az-Latn-AZ" b="1" dirty="0"/>
              <a:t>7. Slaydların nizamı və qruplaşdırılması</a:t>
            </a:r>
          </a:p>
          <a:p>
            <a:pPr>
              <a:buFont typeface="Arial" panose="020B0604020202020204" pitchFamily="34" charset="0"/>
              <a:buChar char="•"/>
            </a:pPr>
            <a:r>
              <a:rPr lang="az-Latn-AZ" b="1" dirty="0"/>
              <a:t>Slaydlar arasında məzmunu mütəşəkkil təqdim etmək üçün müəyyən slaydlarda oxşar dizaynlardan və ya mövzudan istifadə edin.</a:t>
            </a:r>
          </a:p>
        </p:txBody>
      </p:sp>
    </p:spTree>
    <p:extLst>
      <p:ext uri="{BB962C8B-B14F-4D97-AF65-F5344CB8AC3E}">
        <p14:creationId xmlns:p14="http://schemas.microsoft.com/office/powerpoint/2010/main" val="32825128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17693"/>
            <a:ext cx="12308114" cy="6740307"/>
          </a:xfrm>
          <a:prstGeom prst="rect">
            <a:avLst/>
          </a:prstGeom>
        </p:spPr>
        <p:txBody>
          <a:bodyPr wrap="square">
            <a:spAutoFit/>
          </a:bodyPr>
          <a:lstStyle/>
          <a:p>
            <a:r>
              <a:rPr lang="az-Latn-AZ" b="1" dirty="0"/>
              <a:t>PowerPoint, təqdimatlar yaratmaq üçün çox funksiyalı bir proqramdır və müxtəlif xüsusiyyətləri ilə istifadəçilərə müxtəlif məqsədlər üçün effektiv təqdimatlar hazırlamağa imkan verir. Aşağıda PowerPoint-in əsas xüsusiyyətlərini sadalayacağam:</a:t>
            </a:r>
          </a:p>
          <a:p>
            <a:r>
              <a:rPr lang="az-Latn-AZ" b="1" dirty="0"/>
              <a:t>1. Slaydlar (Slides)</a:t>
            </a:r>
          </a:p>
          <a:p>
            <a:pPr>
              <a:buFont typeface="Arial" panose="020B0604020202020204" pitchFamily="34" charset="0"/>
              <a:buChar char="•"/>
            </a:pPr>
            <a:r>
              <a:rPr lang="az-Latn-AZ" b="1" dirty="0"/>
              <a:t>Slaydın əsas strukturu: PowerPoint təqdimatları slaydlardan ibarətdir. Hər bir slayd müxtəlif növ məzmunu (mətn, şəkillər, qrafiklər, video, cədvəllər və s.) özündə birləşdirir.</a:t>
            </a:r>
          </a:p>
          <a:p>
            <a:pPr>
              <a:buFont typeface="Arial" panose="020B0604020202020204" pitchFamily="34" charset="0"/>
              <a:buChar char="•"/>
            </a:pPr>
            <a:r>
              <a:rPr lang="az-Latn-AZ" b="1" dirty="0"/>
              <a:t>Yeni slayd əlavə etmək: Hər yeni məlumat və ya fikir üçün yeni bir slayd əlavə etmək mümkündür.</a:t>
            </a:r>
          </a:p>
          <a:p>
            <a:r>
              <a:rPr lang="az-Latn-AZ" b="1" dirty="0"/>
              <a:t>2. Dizayn və Şablonlar (Design &amp; Templates)</a:t>
            </a:r>
          </a:p>
          <a:p>
            <a:pPr>
              <a:buFont typeface="Arial" panose="020B0604020202020204" pitchFamily="34" charset="0"/>
              <a:buChar char="•"/>
            </a:pPr>
            <a:r>
              <a:rPr lang="az-Latn-AZ" b="1" dirty="0"/>
              <a:t>Şablonlar (Templates): PowerPoint, istifadəçilərə fərqli dizayn şablonları təqdim edir. Bu şablonlar təqdimatın ümumi tərzini müəyyən edir və işinizi asanlaşdırır.</a:t>
            </a:r>
          </a:p>
          <a:p>
            <a:pPr>
              <a:buFont typeface="Arial" panose="020B0604020202020204" pitchFamily="34" charset="0"/>
              <a:buChar char="•"/>
            </a:pPr>
            <a:r>
              <a:rPr lang="az-Latn-AZ" b="1" dirty="0"/>
              <a:t>Arxa planlar (Backgrounds): Təqdimatın arxa planını dəyişmək, müxtəlif rənglər və şəkillər əlavə etmək mümkündür.</a:t>
            </a:r>
          </a:p>
          <a:p>
            <a:pPr>
              <a:buFont typeface="Arial" panose="020B0604020202020204" pitchFamily="34" charset="0"/>
              <a:buChar char="•"/>
            </a:pPr>
            <a:r>
              <a:rPr lang="az-Latn-AZ" b="1" dirty="0"/>
              <a:t>Dizayn alətləri: "Design" tabı altında müxtəlif dizayn xüsusiyyətləri mövcuddur, bunlara rəng dəstləri, şrift tərzləri və xüsusi elementlər daxildir.</a:t>
            </a:r>
          </a:p>
          <a:p>
            <a:r>
              <a:rPr lang="az-Latn-AZ" b="1" dirty="0"/>
              <a:t>3. Mətn və Mətn Qutuları (Text &amp; Text Boxes)</a:t>
            </a:r>
          </a:p>
          <a:p>
            <a:pPr>
              <a:buFont typeface="Arial" panose="020B0604020202020204" pitchFamily="34" charset="0"/>
              <a:buChar char="•"/>
            </a:pPr>
            <a:r>
              <a:rPr lang="az-Latn-AZ" b="1" dirty="0"/>
              <a:t>Mətn əlavə etmək: Hər bir slayda mətn qutuları əlavə edərək başlıq, əsas mətn, alt mətn və digər məlumatları daxil etmək mümkündür.</a:t>
            </a:r>
          </a:p>
          <a:p>
            <a:pPr>
              <a:buFont typeface="Arial" panose="020B0604020202020204" pitchFamily="34" charset="0"/>
              <a:buChar char="•"/>
            </a:pPr>
            <a:r>
              <a:rPr lang="az-Latn-AZ" b="1" dirty="0"/>
              <a:t>Şriftin tənzimlənməsi: Şriftin növü, ölçüsü, rəngi və digər xüsusiyyətləri asanlıqla dəyişdirilə bilər.</a:t>
            </a:r>
          </a:p>
          <a:p>
            <a:r>
              <a:rPr lang="az-Latn-AZ" b="1" dirty="0"/>
              <a:t>4. Multimedia (Şəkillər, Video və Audio)</a:t>
            </a:r>
          </a:p>
          <a:p>
            <a:pPr>
              <a:buFont typeface="Arial" panose="020B0604020202020204" pitchFamily="34" charset="0"/>
              <a:buChar char="•"/>
            </a:pPr>
            <a:r>
              <a:rPr lang="az-Latn-AZ" b="1" dirty="0"/>
              <a:t>Şəkil və qrafiklər: PowerPoint-də şəkillər və qrafiklər əlavə etmək mümkündür. Bununla yanaşı, şəkilləri formatlaşdırmaq və redaktə etmək mümkündür (kəsmək, ölçüsünü dəyişmək, effektlər əlavə etmək və s.).</a:t>
            </a:r>
          </a:p>
          <a:p>
            <a:pPr>
              <a:buFont typeface="Arial" panose="020B0604020202020204" pitchFamily="34" charset="0"/>
              <a:buChar char="•"/>
            </a:pPr>
            <a:r>
              <a:rPr lang="az-Latn-AZ" b="1" dirty="0"/>
              <a:t>Video və audio əlavə etmək: Slaydlara video və audio faylları əlavə edə bilərsiniz. Bu, təqdimatınızı daha dinamik və interaktiv edir.</a:t>
            </a:r>
          </a:p>
          <a:p>
            <a:r>
              <a:rPr lang="az-Latn-AZ" b="1" dirty="0"/>
              <a:t>5. Cədvəllər və Qrafiklər (Tables &amp; Charts)</a:t>
            </a:r>
          </a:p>
          <a:p>
            <a:pPr>
              <a:buFont typeface="Arial" panose="020B0604020202020204" pitchFamily="34" charset="0"/>
              <a:buChar char="•"/>
            </a:pPr>
            <a:r>
              <a:rPr lang="az-Latn-AZ" b="1" dirty="0"/>
              <a:t>Cədvəllər: Məlumatları nizamlı şəkildə təqdim etmək üçün cədvəllər əlavə edə bilərsiniz.</a:t>
            </a:r>
          </a:p>
          <a:p>
            <a:pPr>
              <a:buFont typeface="Arial" panose="020B0604020202020204" pitchFamily="34" charset="0"/>
              <a:buChar char="•"/>
            </a:pPr>
            <a:r>
              <a:rPr lang="az-Latn-AZ" b="1" dirty="0"/>
              <a:t>Qrafiklər</a:t>
            </a:r>
          </a:p>
        </p:txBody>
      </p:sp>
    </p:spTree>
    <p:extLst>
      <p:ext uri="{BB962C8B-B14F-4D97-AF65-F5344CB8AC3E}">
        <p14:creationId xmlns:p14="http://schemas.microsoft.com/office/powerpoint/2010/main" val="41700527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1869014785"/>
              </p:ext>
            </p:extLst>
          </p:nvPr>
        </p:nvGraphicFramePr>
        <p:xfrm>
          <a:off x="1407885" y="290286"/>
          <a:ext cx="9797143" cy="64298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82536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2394830108"/>
              </p:ext>
            </p:extLst>
          </p:nvPr>
        </p:nvGraphicFramePr>
        <p:xfrm>
          <a:off x="653143" y="261257"/>
          <a:ext cx="10943771" cy="63137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54802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337142" cy="6463308"/>
          </a:xfrm>
          <a:prstGeom prst="rect">
            <a:avLst/>
          </a:prstGeom>
        </p:spPr>
        <p:txBody>
          <a:bodyPr wrap="square">
            <a:spAutoFit/>
          </a:bodyPr>
          <a:lstStyle/>
          <a:p>
            <a:r>
              <a:rPr lang="az-Latn-AZ" b="1" dirty="0"/>
              <a:t>Təqdimat Göstərmə (Slide Show Mode)</a:t>
            </a:r>
          </a:p>
          <a:p>
            <a:pPr>
              <a:buFont typeface="Arial" panose="020B0604020202020204" pitchFamily="34" charset="0"/>
              <a:buChar char="•"/>
            </a:pPr>
            <a:r>
              <a:rPr lang="az-Latn-AZ" b="1" dirty="0"/>
              <a:t>Təqdimat rejimi: Təqdimatı tam ekran rejimində göstərmək mümkündür. Bu rejimdə slaydlara keçidlər, animasiyalar və keçidlər tam olaraq göstərilir.</a:t>
            </a:r>
          </a:p>
          <a:p>
            <a:pPr>
              <a:buFont typeface="Arial" panose="020B0604020202020204" pitchFamily="34" charset="0"/>
              <a:buChar char="•"/>
            </a:pPr>
            <a:r>
              <a:rPr lang="az-Latn-AZ" b="1" dirty="0"/>
              <a:t>Təqdimatın qeyd edilməsi: PowerPoint-də təqdimatı qeyd etmək (səs yazısı ilə) və sonra videoya çevirmək mümkündür.</a:t>
            </a:r>
          </a:p>
          <a:p>
            <a:r>
              <a:rPr lang="az-Latn-AZ" b="1" dirty="0"/>
              <a:t>8. Qrafik Redaktə və Şəkil Düzəlişləri</a:t>
            </a:r>
          </a:p>
          <a:p>
            <a:pPr>
              <a:buFont typeface="Arial" panose="020B0604020202020204" pitchFamily="34" charset="0"/>
              <a:buChar char="•"/>
            </a:pPr>
            <a:r>
              <a:rPr lang="az-Latn-AZ" b="1" dirty="0"/>
              <a:t>PowerPoint şəkilləri redaktə etmək üçün çoxsaylı alətlər təqdim edir. Şəkillərin kəsilməsi, effektlər əlavə edilməsi, işıq və kontrastın tənzimlənməsi, rəng tənzimləmələri və s. mümkündür.</a:t>
            </a:r>
          </a:p>
          <a:p>
            <a:pPr>
              <a:buFont typeface="Arial" panose="020B0604020202020204" pitchFamily="34" charset="0"/>
              <a:buChar char="•"/>
            </a:pPr>
            <a:r>
              <a:rPr lang="az-Latn-AZ" b="1" dirty="0"/>
              <a:t>Formalar: PowerPoint-də müxtəlif şəkil formaları (dikdörtgen, dairə, oxlar və s.) əlavə edərək təqdimatınızın daha dinamik və anlaşılan olmasını təmin edə bilərsiniz.</a:t>
            </a:r>
          </a:p>
          <a:p>
            <a:r>
              <a:rPr lang="az-Latn-AZ" b="1" dirty="0"/>
              <a:t>9. Hyperlinklər və Interaktivlik</a:t>
            </a:r>
          </a:p>
          <a:p>
            <a:pPr>
              <a:buFont typeface="Arial" panose="020B0604020202020204" pitchFamily="34" charset="0"/>
              <a:buChar char="•"/>
            </a:pPr>
            <a:r>
              <a:rPr lang="az-Latn-AZ" b="1" dirty="0"/>
              <a:t>PowerPoint-də müxtəlif slaydlara, xarici vebsaytlara və digər fayllara hyperlink əlavə etmək mümkündür. Bu, təqdimatınıza interaktivlik qatır.</a:t>
            </a:r>
          </a:p>
          <a:p>
            <a:pPr>
              <a:buFont typeface="Arial" panose="020B0604020202020204" pitchFamily="34" charset="0"/>
              <a:buChar char="•"/>
            </a:pPr>
            <a:r>
              <a:rPr lang="az-Latn-AZ" b="1" dirty="0"/>
              <a:t>İnteraktiv düymələr: Təqdimatınızı daha interaktiv etmək üçün düymələr və keçidlər əlavə edə bilərsiniz.</a:t>
            </a:r>
          </a:p>
          <a:p>
            <a:r>
              <a:rPr lang="az-Latn-AZ" b="1" dirty="0"/>
              <a:t>10. Əməkdaşlıq və Paylaşma</a:t>
            </a:r>
          </a:p>
          <a:p>
            <a:pPr>
              <a:buFont typeface="Arial" panose="020B0604020202020204" pitchFamily="34" charset="0"/>
              <a:buChar char="•"/>
            </a:pPr>
            <a:r>
              <a:rPr lang="az-Latn-AZ" b="1" dirty="0"/>
              <a:t>Buludda əməkdaşlıq: PowerPoint faylını OneDrive üzərindən paylaşaraq başqaları ilə əməkdaşlıq edə bilərsiniz. Bu, bir neçə istifadəçinin eyni anda təqdimat üzərində işləməsinə imkan verir.</a:t>
            </a:r>
          </a:p>
          <a:p>
            <a:pPr>
              <a:buFont typeface="Arial" panose="020B0604020202020204" pitchFamily="34" charset="0"/>
              <a:buChar char="•"/>
            </a:pPr>
            <a:r>
              <a:rPr lang="az-Latn-AZ" b="1" dirty="0"/>
              <a:t>Təqdimatın paylaşılması: PowerPoint təqdimatını müxtəlif formatlarda (PDF, video, PowerPoint faylı və s.) saxlayıb paylaşmaq mümkündür.</a:t>
            </a:r>
          </a:p>
          <a:p>
            <a:r>
              <a:rPr lang="az-Latn-AZ" b="1" dirty="0"/>
              <a:t>11. Qısa Yollar və İdarəetmə</a:t>
            </a:r>
          </a:p>
          <a:p>
            <a:pPr>
              <a:buFont typeface="Arial" panose="020B0604020202020204" pitchFamily="34" charset="0"/>
              <a:buChar char="•"/>
            </a:pPr>
            <a:r>
              <a:rPr lang="az-Latn-AZ" b="1" dirty="0"/>
              <a:t>Qısa yollar: PowerPoint-də təqdimatın yaradılması və idarə edilməsi üçün müxtəlif qısa yollar (keyboard shortcuts) mövcuddur. Məsələn, Ctrl + M yeni slayd əlavə edir, Ctrl + S isə təqdimatı yadda saxlayır.</a:t>
            </a:r>
          </a:p>
          <a:p>
            <a:pPr>
              <a:buFont typeface="Arial" panose="020B0604020202020204" pitchFamily="34" charset="0"/>
              <a:buChar char="•"/>
            </a:pPr>
            <a:r>
              <a:rPr lang="az-Latn-AZ" b="1" dirty="0"/>
              <a:t>Təqdimatın təqdim edilməsi: "Presenter View" rejimi ilə slaydların altında notları göstərmək mümkündür, bu da təqdimatçıya çox faydalıdır</a:t>
            </a:r>
            <a:r>
              <a:rPr lang="az-Latn-AZ" b="1" dirty="0" smtClean="0"/>
              <a:t>.</a:t>
            </a:r>
            <a:endParaRPr lang="az-Latn-AZ" b="1" dirty="0"/>
          </a:p>
        </p:txBody>
      </p:sp>
    </p:spTree>
    <p:extLst>
      <p:ext uri="{BB962C8B-B14F-4D97-AF65-F5344CB8AC3E}">
        <p14:creationId xmlns:p14="http://schemas.microsoft.com/office/powerpoint/2010/main" val="25961933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9544" y="2266496"/>
            <a:ext cx="9768113" cy="1325563"/>
          </a:xfrm>
        </p:spPr>
        <p:txBody>
          <a:bodyPr>
            <a:noAutofit/>
          </a:bodyPr>
          <a:lstStyle/>
          <a:p>
            <a:r>
              <a:rPr lang="az-Latn-AZ" sz="4800" dirty="0" smtClean="0">
                <a:latin typeface="Algerian" panose="04020705040A02060702" pitchFamily="82" charset="0"/>
              </a:rPr>
              <a:t>İZLƏDİYİNİZ ÜÇÜN TƏŞƏKKÜRLƏR</a:t>
            </a:r>
            <a:r>
              <a:rPr lang="en-US" sz="4800" dirty="0" smtClean="0">
                <a:latin typeface="Algerian" panose="04020705040A02060702" pitchFamily="82" charset="0"/>
              </a:rPr>
              <a:t>!</a:t>
            </a:r>
            <a:endParaRPr lang="ru-RU" sz="4800" dirty="0"/>
          </a:p>
        </p:txBody>
      </p:sp>
    </p:spTree>
    <p:extLst>
      <p:ext uri="{BB962C8B-B14F-4D97-AF65-F5344CB8AC3E}">
        <p14:creationId xmlns:p14="http://schemas.microsoft.com/office/powerpoint/2010/main" val="325757961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1939</Words>
  <Application>Microsoft Office PowerPoint</Application>
  <PresentationFormat>Widescreen</PresentationFormat>
  <Paragraphs>154</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Algerian</vt:lpstr>
      <vt:lpstr>Arial</vt:lpstr>
      <vt:lpstr>Arial Unicode MS</vt:lpstr>
      <vt:lpstr>Calibri</vt:lpstr>
      <vt:lpstr>Calibri Light</vt:lpstr>
      <vt:lpstr>Impact</vt:lpstr>
      <vt:lpstr>Office Theme</vt:lpstr>
      <vt:lpstr>PowerPoint Presentation</vt:lpstr>
      <vt:lpstr>POWER POINT</vt:lpstr>
      <vt:lpstr>“POWER POINT”in ƏSAS XÜSUSİYYƏTLƏRİ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İZLƏDİYİNİZ ÜÇÜN TƏŞƏKKÜRLƏR!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Aslan</dc:creator>
  <cp:lastModifiedBy>Aslan</cp:lastModifiedBy>
  <cp:revision>12</cp:revision>
  <dcterms:created xsi:type="dcterms:W3CDTF">2024-11-08T08:59:33Z</dcterms:created>
  <dcterms:modified xsi:type="dcterms:W3CDTF">2024-11-20T06:41:44Z</dcterms:modified>
</cp:coreProperties>
</file>