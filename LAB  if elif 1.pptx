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  <p:sldId id="270" r:id="rId7"/>
    <p:sldId id="271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01" autoAdjust="0"/>
    <p:restoredTop sz="94660"/>
  </p:normalViewPr>
  <p:slideViewPr>
    <p:cSldViewPr snapToGrid="0">
      <p:cViewPr varScale="1">
        <p:scale>
          <a:sx n="66" d="100"/>
          <a:sy n="66" d="100"/>
        </p:scale>
        <p:origin x="2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518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4042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058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962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9997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180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0191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425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900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4718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3866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8518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379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9893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9835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525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433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zərbaycan Texniki Universiteti | Bak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84" y="0"/>
            <a:ext cx="6215570" cy="374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369955" y="464924"/>
            <a:ext cx="7550727" cy="9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z-Latn-AZ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AZƏRBAYCAN RESPUBLİKASI ELM VƏ TƏHSİL NAZİRLİYİ</a:t>
            </a:r>
            <a:endParaRPr 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5935" y="3290396"/>
            <a:ext cx="7869383" cy="29925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az-Latn-AZ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z-Latn-AZ" sz="2000" dirty="0" smtClean="0"/>
          </a:p>
          <a:p>
            <a:endParaRPr lang="az-Latn-AZ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z-Latn-AZ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z-Latn-AZ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sz="2000" dirty="0" smtClean="0"/>
              <a:t>Fakultə</a:t>
            </a:r>
            <a:r>
              <a:rPr lang="en-US" sz="2000" dirty="0" smtClean="0"/>
              <a:t>: </a:t>
            </a:r>
            <a:r>
              <a:rPr lang="az-Latn-AZ" sz="2000" dirty="0" smtClean="0"/>
              <a:t>İnformasiya və telekommunikasiya texnologiyaları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sz="2000" dirty="0" smtClean="0"/>
              <a:t>Kafedra</a:t>
            </a:r>
            <a:r>
              <a:rPr lang="en-US" sz="2000" dirty="0" smtClean="0"/>
              <a:t>:</a:t>
            </a:r>
            <a:r>
              <a:rPr lang="az-Latn-AZ" sz="2000" dirty="0" smtClean="0"/>
              <a:t>Mühəndis Riyaziyyatı və süni intellekt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sz="2000" dirty="0" smtClean="0"/>
              <a:t>Fənn adı</a:t>
            </a:r>
            <a:r>
              <a:rPr lang="en-US" sz="2000" dirty="0" smtClean="0"/>
              <a:t>:</a:t>
            </a:r>
            <a:r>
              <a:rPr lang="az-Latn-AZ" sz="2000" dirty="0" smtClean="0"/>
              <a:t> Proqramlaşdırmanın əsasları</a:t>
            </a:r>
          </a:p>
          <a:p>
            <a:pPr algn="ctr"/>
            <a:endParaRPr lang="az-Latn-AZ" dirty="0" smtClean="0"/>
          </a:p>
          <a:p>
            <a:pPr algn="ctr"/>
            <a:r>
              <a:rPr lang="az-Latn-AZ" dirty="0" smtClean="0"/>
              <a:t>LABORATORİYA İŞİ </a:t>
            </a:r>
            <a:r>
              <a:rPr lang="ru-RU" dirty="0" smtClean="0"/>
              <a:t>№</a:t>
            </a:r>
            <a:r>
              <a:rPr lang="az-Latn-AZ" dirty="0" smtClean="0"/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dirty="0" smtClean="0"/>
              <a:t>Mövzu</a:t>
            </a:r>
            <a:r>
              <a:rPr lang="en-US" dirty="0" smtClean="0"/>
              <a:t>:</a:t>
            </a:r>
            <a:r>
              <a:rPr lang="az-Latn-AZ" dirty="0" smtClean="0"/>
              <a:t>Şərt operatorları(if,elif,else)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Kurs:1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Qrup:6224a1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</a:t>
            </a:r>
            <a:r>
              <a:rPr lang="az-Latn-AZ" dirty="0" smtClean="0"/>
              <a:t>ələbə</a:t>
            </a:r>
            <a:r>
              <a:rPr lang="en-US" dirty="0" smtClean="0"/>
              <a:t>:C</a:t>
            </a:r>
            <a:r>
              <a:rPr lang="az-Latn-AZ" dirty="0" smtClean="0"/>
              <a:t>əfərova Nazlı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dirty="0" smtClean="0"/>
              <a:t>Müəllim</a:t>
            </a:r>
            <a:r>
              <a:rPr lang="en-US" dirty="0" smtClean="0"/>
              <a:t>:H</a:t>
            </a:r>
            <a:r>
              <a:rPr lang="az-Latn-AZ" dirty="0" smtClean="0"/>
              <a:t>üseynli Vüqar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z-Latn-AZ" sz="2000" dirty="0" smtClean="0"/>
          </a:p>
          <a:p>
            <a:endParaRPr lang="az-Latn-AZ" dirty="0" smtClean="0"/>
          </a:p>
          <a:p>
            <a:endParaRPr lang="az-Latn-AZ" dirty="0" smtClean="0"/>
          </a:p>
          <a:p>
            <a:endParaRPr lang="az-Latn-AZ" dirty="0"/>
          </a:p>
          <a:p>
            <a:endParaRPr lang="az-Latn-AZ" dirty="0" smtClean="0"/>
          </a:p>
          <a:p>
            <a:endParaRPr lang="az-Latn-AZ" dirty="0"/>
          </a:p>
        </p:txBody>
      </p:sp>
    </p:spTree>
    <p:extLst>
      <p:ext uri="{BB962C8B-B14F-4D97-AF65-F5344CB8AC3E}">
        <p14:creationId xmlns:p14="http://schemas.microsoft.com/office/powerpoint/2010/main" val="102961206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282874"/>
            <a:ext cx="10515600" cy="1325563"/>
          </a:xfrm>
        </p:spPr>
        <p:txBody>
          <a:bodyPr>
            <a:normAutofit/>
          </a:bodyPr>
          <a:lstStyle/>
          <a:p>
            <a:r>
              <a:rPr lang="az-Latn-AZ" sz="4800" b="1" dirty="0" smtClean="0">
                <a:latin typeface="Algerian" panose="04020705040A02060702" pitchFamily="82" charset="0"/>
              </a:rPr>
              <a:t>İF-ŞƏRT OPERATORU</a:t>
            </a:r>
            <a:endParaRPr lang="ru-RU" sz="4800" b="1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90500" y="1390188"/>
            <a:ext cx="84709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z-Latn-AZ" altLang="ru-RU" sz="3200" b="1" dirty="0" smtClean="0">
                <a:latin typeface="Arial" panose="020B0604020202020204" pitchFamily="34" charset="0"/>
              </a:rPr>
              <a:t>Ş</a:t>
            </a:r>
            <a:r>
              <a:rPr kumimoji="0" lang="az-Latn-AZ" alt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ərti yoxlamaq üçün istifadə edilən və yazılışını qısa etmək üçün istifadə olunan bir ifadədir.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z-Latn-AZ" alt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0500" y="2990626"/>
            <a:ext cx="81661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z-Latn-AZ" sz="3600" dirty="0" smtClean="0"/>
              <a:t>Əgər verilən şərt doğru olarsa, bir qiymət və ya əməliyyat yerinə yetirilir; əgər şərt yanlış olarsa, başqa bir qiymət və ya əməliyyat yerinə yetirilir.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048139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03225"/>
            <a:ext cx="10515600" cy="1325563"/>
          </a:xfrm>
        </p:spPr>
        <p:txBody>
          <a:bodyPr/>
          <a:lstStyle/>
          <a:p>
            <a:r>
              <a:rPr lang="az-Latn-AZ" b="1" dirty="0" smtClean="0">
                <a:latin typeface="Algerian" panose="04020705040A02060702" pitchFamily="82" charset="0"/>
              </a:rPr>
              <a:t>ELSE-ŞƏRT OPERATORU</a:t>
            </a:r>
            <a:endParaRPr lang="ru-RU" b="1" dirty="0"/>
          </a:p>
        </p:txBody>
      </p:sp>
      <p:sp>
        <p:nvSpPr>
          <p:cNvPr id="3" name="Rectangle 2"/>
          <p:cNvSpPr/>
          <p:nvPr/>
        </p:nvSpPr>
        <p:spPr>
          <a:xfrm>
            <a:off x="0" y="1576388"/>
            <a:ext cx="7950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z-Latn-AZ" sz="3600" dirty="0"/>
              <a:t>Ş</a:t>
            </a:r>
            <a:r>
              <a:rPr lang="az-Latn-AZ" sz="3600" dirty="0" smtClean="0"/>
              <a:t>ərtli ifadələrdə istifadə olunan və if-else blokunun yerinə, daha qısa və yığcam şəkildə iki seçim arasında keçid edən operatorun bir hissəsidir. </a:t>
            </a:r>
            <a:endParaRPr lang="ru-RU" sz="3600" dirty="0"/>
          </a:p>
        </p:txBody>
      </p:sp>
      <p:sp>
        <p:nvSpPr>
          <p:cNvPr id="4" name="Rectangle 3"/>
          <p:cNvSpPr/>
          <p:nvPr/>
        </p:nvSpPr>
        <p:spPr>
          <a:xfrm>
            <a:off x="0" y="3884712"/>
            <a:ext cx="81407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z-Latn-AZ" sz="3600" dirty="0" smtClean="0"/>
              <a:t>Şərt operatorunun sintaksisində </a:t>
            </a:r>
            <a:r>
              <a:rPr lang="az-Latn-AZ" sz="3600" b="1" dirty="0" smtClean="0"/>
              <a:t>else</a:t>
            </a:r>
            <a:r>
              <a:rPr lang="az-Latn-AZ" sz="3600" dirty="0" smtClean="0"/>
              <a:t> bölməsi, şərt doğru olmadıqda yerinə yetiriləcək əməliyyatları müəyyən edir.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61658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655300" cy="1273175"/>
          </a:xfrm>
        </p:spPr>
        <p:txBody>
          <a:bodyPr>
            <a:normAutofit/>
          </a:bodyPr>
          <a:lstStyle/>
          <a:p>
            <a:r>
              <a:rPr lang="az-Latn-AZ" sz="4800" b="1" dirty="0" smtClean="0">
                <a:latin typeface="Algerian" panose="04020705040A02060702" pitchFamily="82" charset="0"/>
              </a:rPr>
              <a:t>ELİF-ŞƏRT OPERATORU</a:t>
            </a:r>
            <a:endParaRPr lang="ru-RU" sz="4800" b="1" dirty="0"/>
          </a:p>
        </p:txBody>
      </p:sp>
      <p:sp>
        <p:nvSpPr>
          <p:cNvPr id="3" name="Rectangle 2"/>
          <p:cNvSpPr/>
          <p:nvPr/>
        </p:nvSpPr>
        <p:spPr>
          <a:xfrm>
            <a:off x="0" y="948035"/>
            <a:ext cx="6858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z-Latn-AZ" sz="3600" dirty="0" smtClean="0"/>
              <a:t>Bir çox şərtli yoxlamalar arasında seçim etmək üçün istifadə olunan bir strukturdur və xüsusilə çoxsaylı şərtlər üçün istifadə edilir.</a:t>
            </a:r>
            <a:endParaRPr lang="ru-RU" sz="3600" dirty="0"/>
          </a:p>
        </p:txBody>
      </p:sp>
      <p:sp>
        <p:nvSpPr>
          <p:cNvPr id="4" name="Rectangle 3"/>
          <p:cNvSpPr/>
          <p:nvPr/>
        </p:nvSpPr>
        <p:spPr>
          <a:xfrm>
            <a:off x="0" y="3706302"/>
            <a:ext cx="84455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z-Latn-AZ" sz="3200" b="1" dirty="0" smtClean="0"/>
              <a:t>Şərt operatoru</a:t>
            </a:r>
            <a:r>
              <a:rPr lang="az-Latn-AZ" sz="3200" dirty="0" smtClean="0"/>
              <a:t> </a:t>
            </a:r>
            <a:r>
              <a:rPr lang="az-Latn-AZ" sz="3200" dirty="0" smtClean="0"/>
              <a:t>ən çox bir neçə ardıcıl şərtin yoxlanılmasında istifadə edilir. Bu operator birincili şərt doğru deyil və növbəti şərt yoxlanmalıdırsa istifadə olunur. Yəni, </a:t>
            </a:r>
            <a:r>
              <a:rPr lang="az-Latn-AZ" sz="3200" b="1" dirty="0" smtClean="0"/>
              <a:t>elif</a:t>
            </a:r>
            <a:r>
              <a:rPr lang="az-Latn-AZ" sz="3200" dirty="0" smtClean="0"/>
              <a:t> istifadə edərək bir çox şərti ardıcıl şəkildə yoxlamaq mümkündür.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477274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4900" y="520700"/>
            <a:ext cx="6210300" cy="1325563"/>
          </a:xfrm>
        </p:spPr>
        <p:txBody>
          <a:bodyPr>
            <a:normAutofit/>
          </a:bodyPr>
          <a:lstStyle/>
          <a:p>
            <a:r>
              <a:rPr lang="az-Latn-AZ" sz="4800" b="1" dirty="0" smtClean="0">
                <a:latin typeface="Algerian" panose="04020705040A02060702" pitchFamily="82" charset="0"/>
              </a:rPr>
              <a:t>EOLYMP-8520</a:t>
            </a:r>
            <a:endParaRPr lang="ru-RU" sz="4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1" y="520700"/>
            <a:ext cx="4980309" cy="48843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899" y="2282645"/>
            <a:ext cx="5446719" cy="302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407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771" y="510268"/>
            <a:ext cx="4470401" cy="1325563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latin typeface="Algerian" panose="04020705040A02060702" pitchFamily="82" charset="0"/>
              </a:rPr>
              <a:t>EOLYMP-9926</a:t>
            </a:r>
            <a:endParaRPr lang="ru-RU" sz="4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77" y="2144027"/>
            <a:ext cx="5029902" cy="332468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037" y="2530603"/>
            <a:ext cx="6194877" cy="172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131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6086" y="495753"/>
            <a:ext cx="4865914" cy="1325563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Algerian" panose="04020705040A02060702" pitchFamily="82" charset="0"/>
              </a:rPr>
              <a:t>EOLYMP-9928</a:t>
            </a:r>
            <a:endParaRPr lang="ru-RU" sz="4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46" y="1821316"/>
            <a:ext cx="5852010" cy="388279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033" y="2632202"/>
            <a:ext cx="5767690" cy="159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692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2818" y="254000"/>
            <a:ext cx="10515600" cy="1325563"/>
          </a:xfrm>
        </p:spPr>
        <p:txBody>
          <a:bodyPr>
            <a:normAutofit/>
          </a:bodyPr>
          <a:lstStyle/>
          <a:p>
            <a:r>
              <a:rPr lang="az-Latn-AZ" sz="4800" b="1" dirty="0" smtClean="0">
                <a:latin typeface="Algerian" panose="04020705040A02060702" pitchFamily="82" charset="0"/>
              </a:rPr>
              <a:t>EOLYMP-1623</a:t>
            </a:r>
            <a:endParaRPr lang="ru-RU" sz="4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8" y="518707"/>
            <a:ext cx="3965830" cy="506929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496" y="2047687"/>
            <a:ext cx="5960122" cy="315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83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4200" y="263525"/>
            <a:ext cx="5257800" cy="1325563"/>
          </a:xfrm>
        </p:spPr>
        <p:txBody>
          <a:bodyPr/>
          <a:lstStyle/>
          <a:p>
            <a:r>
              <a:rPr lang="az-Latn-AZ" b="1" dirty="0" smtClean="0">
                <a:latin typeface="Algerian" panose="04020705040A02060702" pitchFamily="82" charset="0"/>
              </a:rPr>
              <a:t>EOLYMP-</a:t>
            </a:r>
            <a:r>
              <a:rPr lang="en-US" b="1" dirty="0" smtClean="0">
                <a:latin typeface="Algerian" panose="04020705040A02060702" pitchFamily="82" charset="0"/>
              </a:rPr>
              <a:t>8903</a:t>
            </a:r>
            <a:endParaRPr lang="ru-RU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68" y="1750128"/>
            <a:ext cx="6250561" cy="367821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2800402"/>
            <a:ext cx="5070588" cy="249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342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1400" y="474659"/>
            <a:ext cx="7130143" cy="1325563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Algerian" panose="04020705040A02060702" pitchFamily="82" charset="0"/>
              </a:rPr>
              <a:t>EOLYMP-8629</a:t>
            </a:r>
            <a:endParaRPr lang="ru-RU" sz="4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51" y="1800222"/>
            <a:ext cx="4982270" cy="328658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415" y="2288312"/>
            <a:ext cx="6560620" cy="322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986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4446" y="379638"/>
            <a:ext cx="5287554" cy="1325563"/>
          </a:xfrm>
        </p:spPr>
        <p:txBody>
          <a:bodyPr>
            <a:normAutofit/>
          </a:bodyPr>
          <a:lstStyle/>
          <a:p>
            <a:r>
              <a:rPr lang="az-Latn-AZ" sz="4800" b="1" dirty="0" smtClean="0">
                <a:latin typeface="Algerian" panose="04020705040A02060702" pitchFamily="82" charset="0"/>
              </a:rPr>
              <a:t>EOLYMP-</a:t>
            </a:r>
            <a:r>
              <a:rPr lang="en-US" sz="4800" b="1" dirty="0" smtClean="0">
                <a:latin typeface="Algerian" panose="04020705040A02060702" pitchFamily="82" charset="0"/>
              </a:rPr>
              <a:t>949</a:t>
            </a:r>
            <a:endParaRPr lang="ru-RU" sz="4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93" y="1911798"/>
            <a:ext cx="6102682" cy="39810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808" y="2467697"/>
            <a:ext cx="5115639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244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571" y="176439"/>
            <a:ext cx="5388429" cy="1325563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Algerian" panose="04020705040A02060702" pitchFamily="82" charset="0"/>
              </a:rPr>
              <a:t>EOLYMP-8811</a:t>
            </a:r>
            <a:endParaRPr lang="ru-RU" sz="4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00" y="1944873"/>
            <a:ext cx="4991797" cy="383911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414" y="2711742"/>
            <a:ext cx="6190009" cy="136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930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9343" y="481240"/>
            <a:ext cx="4227286" cy="1325563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Algerian" panose="04020705040A02060702" pitchFamily="82" charset="0"/>
              </a:rPr>
              <a:t>EOLYMP-5175</a:t>
            </a:r>
            <a:endParaRPr lang="ru-RU" sz="4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90" y="1994570"/>
            <a:ext cx="5010849" cy="339137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355" y="2289072"/>
            <a:ext cx="4504587" cy="273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524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2200" y="249010"/>
            <a:ext cx="4749800" cy="1325563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Algerian" panose="04020705040A02060702" pitchFamily="82" charset="0"/>
              </a:rPr>
              <a:t>EOLYMP-9924</a:t>
            </a:r>
            <a:endParaRPr lang="ru-RU" sz="4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94" y="1825836"/>
            <a:ext cx="5822612" cy="40524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563" y="2708414"/>
            <a:ext cx="5511303" cy="137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79902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97</TotalTime>
  <Words>201</Words>
  <Application>Microsoft Office PowerPoint</Application>
  <PresentationFormat>Widescreen</PresentationFormat>
  <Paragraphs>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Algerian</vt:lpstr>
      <vt:lpstr>Arial</vt:lpstr>
      <vt:lpstr>Trebuchet MS</vt:lpstr>
      <vt:lpstr>Wingdings 3</vt:lpstr>
      <vt:lpstr>Facet</vt:lpstr>
      <vt:lpstr>PowerPoint Presentation</vt:lpstr>
      <vt:lpstr>İF-ŞƏRT OPERATORU</vt:lpstr>
      <vt:lpstr>ELSE-ŞƏRT OPERATORU</vt:lpstr>
      <vt:lpstr>ELİF-ŞƏRT OPERATORU</vt:lpstr>
      <vt:lpstr>EOLYMP-8520</vt:lpstr>
      <vt:lpstr>EOLYMP-9926</vt:lpstr>
      <vt:lpstr>EOLYMP-9928</vt:lpstr>
      <vt:lpstr>EOLYMP-1623</vt:lpstr>
      <vt:lpstr>EOLYMP-8903</vt:lpstr>
      <vt:lpstr>EOLYMP-8629</vt:lpstr>
      <vt:lpstr>EOLYMP-949</vt:lpstr>
      <vt:lpstr>EOLYMP-8811</vt:lpstr>
      <vt:lpstr>EOLYMP-5175</vt:lpstr>
      <vt:lpstr>EOLYMP-9924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Aslan</dc:creator>
  <cp:lastModifiedBy>Aslan</cp:lastModifiedBy>
  <cp:revision>12</cp:revision>
  <dcterms:created xsi:type="dcterms:W3CDTF">2024-12-10T06:38:34Z</dcterms:created>
  <dcterms:modified xsi:type="dcterms:W3CDTF">2024-12-10T08:40:44Z</dcterms:modified>
</cp:coreProperties>
</file>