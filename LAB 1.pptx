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01" autoAdjust="0"/>
    <p:restoredTop sz="94660"/>
  </p:normalViewPr>
  <p:slideViewPr>
    <p:cSldViewPr snapToGrid="0">
      <p:cViewPr varScale="1">
        <p:scale>
          <a:sx n="66" d="100"/>
          <a:sy n="66" d="100"/>
        </p:scale>
        <p:origin x="8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7007-2137-497D-9C01-AC008C068A0B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5872-DABD-42B9-BD1C-69E5D42CC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669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7007-2137-497D-9C01-AC008C068A0B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5872-DABD-42B9-BD1C-69E5D42CC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3580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7007-2137-497D-9C01-AC008C068A0B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5872-DABD-42B9-BD1C-69E5D42CC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0626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7007-2137-497D-9C01-AC008C068A0B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5872-DABD-42B9-BD1C-69E5D42CC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3124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7007-2137-497D-9C01-AC008C068A0B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5872-DABD-42B9-BD1C-69E5D42CC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850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7007-2137-497D-9C01-AC008C068A0B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5872-DABD-42B9-BD1C-69E5D42CC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2270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7007-2137-497D-9C01-AC008C068A0B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5872-DABD-42B9-BD1C-69E5D42CC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7789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7007-2137-497D-9C01-AC008C068A0B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5872-DABD-42B9-BD1C-69E5D42CC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5177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7007-2137-497D-9C01-AC008C068A0B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5872-DABD-42B9-BD1C-69E5D42CC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3277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7007-2137-497D-9C01-AC008C068A0B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5872-DABD-42B9-BD1C-69E5D42CC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2402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7007-2137-497D-9C01-AC008C068A0B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5872-DABD-42B9-BD1C-69E5D42CC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0306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8F7007-2137-497D-9C01-AC008C068A0B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145872-DABD-42B9-BD1C-69E5D42CC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7862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zərbaycan Texniki Universiteti | Bak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699" y="0"/>
            <a:ext cx="6215570" cy="374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4369955" y="464924"/>
            <a:ext cx="7550727" cy="9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z-Latn-AZ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AZƏRBAYCAN RESPUBLİKASI ELM VƏ TƏHSİL NAZİRLİYİ</a:t>
            </a:r>
            <a:endParaRPr lang="en-US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7026" y="2869482"/>
            <a:ext cx="7869383" cy="299258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az-Latn-AZ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az-Latn-AZ" sz="2000" dirty="0" smtClean="0"/>
          </a:p>
          <a:p>
            <a:endParaRPr lang="az-Latn-AZ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az-Latn-AZ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az-Latn-AZ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sz="2000" dirty="0" smtClean="0"/>
              <a:t>Fakultə</a:t>
            </a:r>
            <a:r>
              <a:rPr lang="en-US" sz="2000" dirty="0" smtClean="0"/>
              <a:t>: </a:t>
            </a:r>
            <a:r>
              <a:rPr lang="az-Latn-AZ" sz="2000" dirty="0" smtClean="0"/>
              <a:t>İnformasiya və telekommunikasiya texnologiyaları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sz="2000" dirty="0" smtClean="0"/>
              <a:t>Kafedra</a:t>
            </a:r>
            <a:r>
              <a:rPr lang="en-US" sz="2000" dirty="0" smtClean="0"/>
              <a:t>:</a:t>
            </a:r>
            <a:r>
              <a:rPr lang="az-Latn-AZ" sz="2000" dirty="0" smtClean="0"/>
              <a:t>Mühəndis Riyaziyyatı və süni intellekt</a:t>
            </a:r>
            <a:endParaRPr lang="az-Latn-AZ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sz="2000" dirty="0" smtClean="0"/>
              <a:t>Fənn adı</a:t>
            </a:r>
            <a:r>
              <a:rPr lang="en-US" sz="2000" dirty="0" smtClean="0"/>
              <a:t>:</a:t>
            </a:r>
            <a:r>
              <a:rPr lang="az-Latn-AZ" sz="2000" dirty="0" smtClean="0"/>
              <a:t> </a:t>
            </a:r>
            <a:r>
              <a:rPr lang="az-Latn-AZ" sz="2000" dirty="0" smtClean="0"/>
              <a:t>Proqramlaşdırmanın əsasları</a:t>
            </a:r>
            <a:endParaRPr lang="az-Latn-AZ" sz="2000" dirty="0" smtClean="0"/>
          </a:p>
          <a:p>
            <a:pPr algn="ctr"/>
            <a:endParaRPr lang="az-Latn-AZ" dirty="0" smtClean="0"/>
          </a:p>
          <a:p>
            <a:pPr algn="ctr"/>
            <a:r>
              <a:rPr lang="az-Latn-AZ" dirty="0" smtClean="0"/>
              <a:t>LABORATORİYA İŞİ </a:t>
            </a:r>
            <a:r>
              <a:rPr lang="ru-RU" dirty="0" smtClean="0"/>
              <a:t>№</a:t>
            </a:r>
            <a:r>
              <a:rPr lang="az-Latn-AZ" dirty="0" smtClean="0"/>
              <a:t>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dirty="0" smtClean="0"/>
              <a:t>Mövzu</a:t>
            </a:r>
            <a:r>
              <a:rPr lang="en-US" dirty="0" smtClean="0"/>
              <a:t>:</a:t>
            </a:r>
            <a:r>
              <a:rPr lang="az-Latn-AZ" dirty="0" smtClean="0"/>
              <a:t>Şərt operatorları(if,elif,else)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Kurs:1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Qrup:6224a1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</a:t>
            </a:r>
            <a:r>
              <a:rPr lang="az-Latn-AZ" dirty="0" smtClean="0"/>
              <a:t>ələbə</a:t>
            </a:r>
            <a:r>
              <a:rPr lang="en-US" dirty="0" smtClean="0"/>
              <a:t>:C</a:t>
            </a:r>
            <a:r>
              <a:rPr lang="az-Latn-AZ" dirty="0" smtClean="0"/>
              <a:t>əfərova Nazlı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dirty="0" smtClean="0"/>
              <a:t>Müəllim</a:t>
            </a:r>
            <a:r>
              <a:rPr lang="en-US" dirty="0" smtClean="0"/>
              <a:t>:H</a:t>
            </a:r>
            <a:r>
              <a:rPr lang="az-Latn-AZ" dirty="0" smtClean="0"/>
              <a:t>üseynli Vüqar</a:t>
            </a:r>
            <a:endParaRPr lang="az-Latn-AZ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az-Latn-AZ" sz="2000" dirty="0" smtClean="0"/>
          </a:p>
          <a:p>
            <a:endParaRPr lang="az-Latn-AZ" dirty="0" smtClean="0"/>
          </a:p>
          <a:p>
            <a:endParaRPr lang="az-Latn-AZ" dirty="0" smtClean="0"/>
          </a:p>
          <a:p>
            <a:endParaRPr lang="az-Latn-AZ" dirty="0"/>
          </a:p>
          <a:p>
            <a:endParaRPr lang="az-Latn-AZ" dirty="0" smtClean="0"/>
          </a:p>
          <a:p>
            <a:endParaRPr lang="az-Latn-AZ" dirty="0"/>
          </a:p>
        </p:txBody>
      </p:sp>
    </p:spTree>
    <p:extLst>
      <p:ext uri="{BB962C8B-B14F-4D97-AF65-F5344CB8AC3E}">
        <p14:creationId xmlns:p14="http://schemas.microsoft.com/office/powerpoint/2010/main" val="102961206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282874"/>
            <a:ext cx="10515600" cy="1325563"/>
          </a:xfrm>
        </p:spPr>
        <p:txBody>
          <a:bodyPr>
            <a:normAutofit/>
          </a:bodyPr>
          <a:lstStyle/>
          <a:p>
            <a:r>
              <a:rPr lang="az-Latn-AZ" sz="4800" b="1" dirty="0" smtClean="0">
                <a:latin typeface="Algerian" panose="04020705040A02060702" pitchFamily="82" charset="0"/>
              </a:rPr>
              <a:t>İF-ŞƏRT OPERATORU</a:t>
            </a:r>
            <a:endParaRPr lang="ru-RU" sz="4800" b="1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90500" y="1390188"/>
            <a:ext cx="847090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az-Latn-AZ" altLang="ru-RU" sz="3200" b="1" dirty="0" smtClean="0">
                <a:latin typeface="Arial" panose="020B0604020202020204" pitchFamily="34" charset="0"/>
              </a:rPr>
              <a:t>Ş</a:t>
            </a:r>
            <a:r>
              <a:rPr kumimoji="0" lang="az-Latn-AZ" altLang="ru-RU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ərti yoxlamaq üçün istifadə edilən və yazılışını qısa etmək üçün istifadə olunan bir ifadədir.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z-Latn-AZ" altLang="ru-RU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0500" y="2990626"/>
            <a:ext cx="81661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z-Latn-AZ" sz="3600" dirty="0" smtClean="0"/>
              <a:t>Əgər verilən şərt doğru olarsa, bir qiymət və ya əməliyyat yerinə yetirilir; əgər şərt yanlış olarsa, başqa bir qiymət və ya əməliyyat yerinə yetirilir.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4048139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03225"/>
            <a:ext cx="10515600" cy="1325563"/>
          </a:xfrm>
        </p:spPr>
        <p:txBody>
          <a:bodyPr/>
          <a:lstStyle/>
          <a:p>
            <a:r>
              <a:rPr lang="az-Latn-AZ" b="1" dirty="0" smtClean="0">
                <a:latin typeface="Algerian" panose="04020705040A02060702" pitchFamily="82" charset="0"/>
              </a:rPr>
              <a:t>ELSE-ŞƏRT OPERATORU</a:t>
            </a:r>
            <a:endParaRPr lang="ru-RU" b="1" dirty="0"/>
          </a:p>
        </p:txBody>
      </p:sp>
      <p:sp>
        <p:nvSpPr>
          <p:cNvPr id="3" name="Rectangle 2"/>
          <p:cNvSpPr/>
          <p:nvPr/>
        </p:nvSpPr>
        <p:spPr>
          <a:xfrm>
            <a:off x="0" y="1576388"/>
            <a:ext cx="7950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z-Latn-AZ" sz="3600" dirty="0"/>
              <a:t>Ş</a:t>
            </a:r>
            <a:r>
              <a:rPr lang="az-Latn-AZ" sz="3600" dirty="0" smtClean="0"/>
              <a:t>ərtli ifadələrdə istifadə olunan və if-else blokunun yerinə, daha qısa və yığcam şəkildə iki seçim arasında keçid edən operatorun bir hissəsidir. </a:t>
            </a:r>
            <a:endParaRPr lang="ru-RU" sz="3600" dirty="0"/>
          </a:p>
        </p:txBody>
      </p:sp>
      <p:sp>
        <p:nvSpPr>
          <p:cNvPr id="4" name="Rectangle 3"/>
          <p:cNvSpPr/>
          <p:nvPr/>
        </p:nvSpPr>
        <p:spPr>
          <a:xfrm>
            <a:off x="0" y="3884712"/>
            <a:ext cx="81407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z-Latn-AZ" sz="3600" dirty="0" smtClean="0"/>
              <a:t>Şərt operatorunun sintaksisində </a:t>
            </a:r>
            <a:r>
              <a:rPr lang="az-Latn-AZ" sz="3600" b="1" dirty="0" smtClean="0"/>
              <a:t>else</a:t>
            </a:r>
            <a:r>
              <a:rPr lang="az-Latn-AZ" sz="3600" dirty="0" smtClean="0"/>
              <a:t> bölməsi, şərt doğru olmadıqda yerinə yetiriləcək əməliyyatları müəyyən edir.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461658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655300" cy="1273175"/>
          </a:xfrm>
        </p:spPr>
        <p:txBody>
          <a:bodyPr>
            <a:normAutofit/>
          </a:bodyPr>
          <a:lstStyle/>
          <a:p>
            <a:r>
              <a:rPr lang="az-Latn-AZ" sz="4800" b="1" dirty="0" smtClean="0">
                <a:latin typeface="Algerian" panose="04020705040A02060702" pitchFamily="82" charset="0"/>
              </a:rPr>
              <a:t>ELİF-ŞƏRT OPERATORU</a:t>
            </a:r>
            <a:endParaRPr lang="ru-RU" sz="4800" b="1" dirty="0"/>
          </a:p>
        </p:txBody>
      </p:sp>
      <p:sp>
        <p:nvSpPr>
          <p:cNvPr id="3" name="Rectangle 2"/>
          <p:cNvSpPr/>
          <p:nvPr/>
        </p:nvSpPr>
        <p:spPr>
          <a:xfrm>
            <a:off x="0" y="948035"/>
            <a:ext cx="6858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z-Latn-AZ" sz="3600" dirty="0" smtClean="0"/>
              <a:t>Bir çox şərtli yoxlamalar arasında seçim etmək üçün istifadə olunan bir strukturdur və xüsusilə çoxsaylı şərtlər üçün istifadə edilir.</a:t>
            </a:r>
            <a:endParaRPr lang="ru-RU" sz="3600" dirty="0"/>
          </a:p>
        </p:txBody>
      </p:sp>
      <p:sp>
        <p:nvSpPr>
          <p:cNvPr id="4" name="Rectangle 3"/>
          <p:cNvSpPr/>
          <p:nvPr/>
        </p:nvSpPr>
        <p:spPr>
          <a:xfrm>
            <a:off x="0" y="3256359"/>
            <a:ext cx="84455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z-Latn-AZ" sz="3200" b="1" dirty="0" smtClean="0"/>
              <a:t>Elif-şərt operatoru</a:t>
            </a:r>
            <a:r>
              <a:rPr lang="az-Latn-AZ" sz="3200" dirty="0" smtClean="0"/>
              <a:t> ən çox bir neçə ardıcıl şərtin yoxlanılmasında istifadə edilir. Bu operator birincili şərt doğru deyil və növbəti şərt yoxlanmalıdırsa istifadə olunur. Yəni, </a:t>
            </a:r>
            <a:r>
              <a:rPr lang="az-Latn-AZ" sz="3200" b="1" dirty="0" smtClean="0"/>
              <a:t>elif</a:t>
            </a:r>
            <a:r>
              <a:rPr lang="az-Latn-AZ" sz="3200" dirty="0" smtClean="0"/>
              <a:t> istifadə edərək bir çox şərti ardıcıl şəkildə yoxlamaq mümkündür.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477274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4900" y="520700"/>
            <a:ext cx="6210300" cy="1325563"/>
          </a:xfrm>
        </p:spPr>
        <p:txBody>
          <a:bodyPr>
            <a:normAutofit/>
          </a:bodyPr>
          <a:lstStyle/>
          <a:p>
            <a:r>
              <a:rPr lang="az-Latn-AZ" sz="4800" b="1" dirty="0" smtClean="0">
                <a:latin typeface="Algerian" panose="04020705040A02060702" pitchFamily="82" charset="0"/>
              </a:rPr>
              <a:t>EOLYMP-8520</a:t>
            </a:r>
            <a:endParaRPr lang="ru-RU" sz="48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91" y="520700"/>
            <a:ext cx="4980309" cy="488434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899" y="2282645"/>
            <a:ext cx="5446719" cy="3025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407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2818" y="254000"/>
            <a:ext cx="10515600" cy="1325563"/>
          </a:xfrm>
        </p:spPr>
        <p:txBody>
          <a:bodyPr>
            <a:normAutofit/>
          </a:bodyPr>
          <a:lstStyle/>
          <a:p>
            <a:r>
              <a:rPr lang="az-Latn-AZ" sz="4800" b="1" dirty="0" smtClean="0">
                <a:latin typeface="Algerian" panose="04020705040A02060702" pitchFamily="82" charset="0"/>
              </a:rPr>
              <a:t>EOLYMP-1623</a:t>
            </a:r>
            <a:endParaRPr lang="ru-RU" sz="48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08" y="518707"/>
            <a:ext cx="3965830" cy="506929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0496" y="2047687"/>
            <a:ext cx="5960122" cy="315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083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4200" y="263525"/>
            <a:ext cx="5257800" cy="1325563"/>
          </a:xfrm>
        </p:spPr>
        <p:txBody>
          <a:bodyPr/>
          <a:lstStyle/>
          <a:p>
            <a:r>
              <a:rPr lang="az-Latn-AZ" b="1" dirty="0" smtClean="0">
                <a:latin typeface="Algerian" panose="04020705040A02060702" pitchFamily="82" charset="0"/>
              </a:rPr>
              <a:t>EOLYMP-</a:t>
            </a:r>
            <a:r>
              <a:rPr lang="en-US" b="1" dirty="0" smtClean="0">
                <a:latin typeface="Algerian" panose="04020705040A02060702" pitchFamily="82" charset="0"/>
              </a:rPr>
              <a:t>8903</a:t>
            </a:r>
            <a:endParaRPr lang="ru-RU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68" y="1750128"/>
            <a:ext cx="6250561" cy="367821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2800402"/>
            <a:ext cx="5070588" cy="249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342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1400" y="474659"/>
            <a:ext cx="7130143" cy="1325563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latin typeface="Algerian" panose="04020705040A02060702" pitchFamily="82" charset="0"/>
              </a:rPr>
              <a:t>EOLYMP-8629</a:t>
            </a:r>
            <a:endParaRPr lang="ru-RU" sz="48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51" y="1800222"/>
            <a:ext cx="4982270" cy="328658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415" y="2288312"/>
            <a:ext cx="6560620" cy="3227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986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194</Words>
  <Application>Microsoft Office PowerPoint</Application>
  <PresentationFormat>Widescreen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Algerian</vt:lpstr>
      <vt:lpstr>Arial</vt:lpstr>
      <vt:lpstr>Calibri</vt:lpstr>
      <vt:lpstr>Calibri Light</vt:lpstr>
      <vt:lpstr>Office Theme</vt:lpstr>
      <vt:lpstr>PowerPoint Presentation</vt:lpstr>
      <vt:lpstr>İF-ŞƏRT OPERATORU</vt:lpstr>
      <vt:lpstr>ELSE-ŞƏRT OPERATORU</vt:lpstr>
      <vt:lpstr>ELİF-ŞƏRT OPERATORU</vt:lpstr>
      <vt:lpstr>EOLYMP-8520</vt:lpstr>
      <vt:lpstr>EOLYMP-1623</vt:lpstr>
      <vt:lpstr>EOLYMP-8903</vt:lpstr>
      <vt:lpstr>EOLYMP-8629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Aslan</dc:creator>
  <cp:lastModifiedBy>Aslan</cp:lastModifiedBy>
  <cp:revision>9</cp:revision>
  <dcterms:created xsi:type="dcterms:W3CDTF">2024-12-10T06:38:34Z</dcterms:created>
  <dcterms:modified xsi:type="dcterms:W3CDTF">2024-12-10T07:54:11Z</dcterms:modified>
</cp:coreProperties>
</file>