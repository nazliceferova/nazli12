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66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57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77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68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1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33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7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8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18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86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587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9115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929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701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285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1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745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1FCD00D-F29D-4FCD-BE09-8CED34A6EF7F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FB3C166-6E7C-4002-85C1-D98C0D8BB2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5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ərbaycan Texniki Universiteti | Bak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84" y="0"/>
            <a:ext cx="621557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69955" y="464924"/>
            <a:ext cx="7550727" cy="9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z-Latn-AZ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AZƏRBAYCAN RESPUBLİKASI ELM VƏ TƏHSİL NAZİRLİYİ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5935" y="3290396"/>
            <a:ext cx="7869383" cy="2992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Fakultə</a:t>
            </a:r>
            <a:r>
              <a:rPr lang="en-US" sz="2000" dirty="0" smtClean="0"/>
              <a:t>: </a:t>
            </a:r>
            <a:r>
              <a:rPr lang="az-Latn-AZ" sz="2000" dirty="0" smtClean="0"/>
              <a:t>İnformasiya və telekommunikasiya texnologiyaları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Kafedra</a:t>
            </a:r>
            <a:r>
              <a:rPr lang="en-US" sz="2000" dirty="0" smtClean="0"/>
              <a:t>:</a:t>
            </a:r>
            <a:r>
              <a:rPr lang="az-Latn-AZ" sz="2000" dirty="0" smtClean="0"/>
              <a:t>Mühəndis Riyaziyyatı və süni intellekt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Fənn adı</a:t>
            </a:r>
            <a:r>
              <a:rPr lang="en-US" sz="2000" dirty="0" smtClean="0"/>
              <a:t>:</a:t>
            </a:r>
            <a:r>
              <a:rPr lang="az-Latn-AZ" sz="2000" dirty="0" smtClean="0"/>
              <a:t> Proqramlaşdırmanın əsasları</a:t>
            </a:r>
          </a:p>
          <a:p>
            <a:pPr algn="ctr"/>
            <a:endParaRPr lang="az-Latn-AZ" dirty="0" smtClean="0"/>
          </a:p>
          <a:p>
            <a:pPr algn="ctr"/>
            <a:r>
              <a:rPr lang="az-Latn-AZ" dirty="0" smtClean="0"/>
              <a:t>LABORATORİYA İŞİ </a:t>
            </a:r>
            <a:r>
              <a:rPr lang="ru-RU" dirty="0" smtClean="0"/>
              <a:t>№</a:t>
            </a:r>
            <a:r>
              <a:rPr lang="en-US" dirty="0"/>
              <a:t>2</a:t>
            </a:r>
            <a:endParaRPr lang="az-Latn-AZ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Mövzu</a:t>
            </a:r>
            <a:r>
              <a:rPr lang="en-US" dirty="0" smtClean="0"/>
              <a:t>:D</a:t>
            </a:r>
            <a:r>
              <a:rPr lang="az-Latn-AZ" dirty="0" smtClean="0"/>
              <a:t>övr operatorları(for</a:t>
            </a:r>
            <a:r>
              <a:rPr lang="en-US" dirty="0" smtClean="0"/>
              <a:t>,while)</a:t>
            </a:r>
            <a:endParaRPr lang="az-Latn-AZ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Kurs:1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Qrup:6224a1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</a:t>
            </a:r>
            <a:r>
              <a:rPr lang="az-Latn-AZ" dirty="0" smtClean="0"/>
              <a:t>ələbə</a:t>
            </a:r>
            <a:r>
              <a:rPr lang="en-US" dirty="0" smtClean="0"/>
              <a:t>:C</a:t>
            </a:r>
            <a:r>
              <a:rPr lang="az-Latn-AZ" dirty="0" smtClean="0"/>
              <a:t>əfərova Nazlı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Müəllim</a:t>
            </a:r>
            <a:r>
              <a:rPr lang="en-US" dirty="0" smtClean="0"/>
              <a:t>:H</a:t>
            </a:r>
            <a:r>
              <a:rPr lang="az-Latn-AZ" dirty="0" smtClean="0"/>
              <a:t>üseynli Vüqar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dirty="0" smtClean="0"/>
          </a:p>
          <a:p>
            <a:endParaRPr lang="az-Latn-AZ" dirty="0" smtClean="0"/>
          </a:p>
          <a:p>
            <a:endParaRPr lang="az-Latn-AZ" dirty="0"/>
          </a:p>
          <a:p>
            <a:endParaRPr lang="az-Latn-AZ" dirty="0" smtClean="0"/>
          </a:p>
          <a:p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27286905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2664"/>
            <a:ext cx="7402286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FOR-D</a:t>
            </a:r>
            <a:r>
              <a:rPr lang="az-Latn-AZ" sz="4800" b="1" dirty="0" smtClean="0">
                <a:latin typeface="Algerian" panose="04020705040A02060702" pitchFamily="82" charset="0"/>
              </a:rPr>
              <a:t>ÖVR OPERATORU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232229" y="2473848"/>
            <a:ext cx="90569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/>
              <a:t>P</a:t>
            </a:r>
            <a:r>
              <a:rPr lang="az-Latn-AZ" sz="3600" dirty="0" smtClean="0"/>
              <a:t>roqramlaşdırma dillərində təkrarlanan əməliyyatları yerinə yetirmək üçün istifadə olunan bir strukturudur. Bu operator müəyyən bir şərt ödənilənə </a:t>
            </a:r>
            <a:r>
              <a:rPr lang="az-Latn-AZ" sz="3600" dirty="0" smtClean="0"/>
              <a:t>qədər əməliyyatlarıtəkrarlayır</a:t>
            </a:r>
            <a:r>
              <a:rPr lang="az-Latn-AZ" dirty="0" smtClean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35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982"/>
            <a:ext cx="7942943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WHILE-D</a:t>
            </a:r>
            <a:r>
              <a:rPr lang="az-Latn-AZ" sz="4800" b="1" dirty="0" smtClean="0">
                <a:latin typeface="Algerian" panose="04020705040A02060702" pitchFamily="82" charset="0"/>
              </a:rPr>
              <a:t>ÖVR OPERATORU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161471" y="1545545"/>
            <a:ext cx="762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/>
              <a:t>P</a:t>
            </a:r>
            <a:r>
              <a:rPr lang="az-Latn-AZ" sz="3600" dirty="0" smtClean="0"/>
              <a:t>roqramlaşdırma dillərində istifadə edilən bir təkrarlama strukturu olub, müəyyən bir şərt doğru olduğu müddətcə əməliyyatları təkrarlayır. Yəni, şərt hər dəfə yoxlanır və əgər doğru (True) olarsa, dövr davam edir; şərt yanlış (False) olduqda isə dövr dayanır.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60015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868"/>
            <a:ext cx="11814628" cy="1325563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WHILE V</a:t>
            </a:r>
            <a:r>
              <a:rPr lang="az-Latn-AZ" sz="4800" b="1" dirty="0" smtClean="0">
                <a:latin typeface="Algerian" panose="04020705040A02060702" pitchFamily="82" charset="0"/>
              </a:rPr>
              <a:t>Ə FOR DÖVRÜ ARASINDAKİ FƏRQ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319313" y="1429431"/>
            <a:ext cx="79683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2800" b="1" dirty="0" smtClean="0"/>
              <a:t>While dövrü</a:t>
            </a:r>
            <a:r>
              <a:rPr lang="az-Latn-AZ" sz="2800" dirty="0" smtClean="0"/>
              <a:t>: Dövrün başlamaq üçün şərt əvvəlcədən yoxlanılır. Yəni, şərt doğru olduğu müddətcə dövr çalışır. Şərt dövrün əvvəlində yoxlanır və şərt heç vaxt dəyişməyəcəyi təqdirdə dövr sonsuza qədər davam edə bilər.</a:t>
            </a:r>
            <a:endParaRPr lang="ru-RU" sz="2800" dirty="0"/>
          </a:p>
        </p:txBody>
      </p:sp>
      <p:sp>
        <p:nvSpPr>
          <p:cNvPr id="4" name="Rectangle 3"/>
          <p:cNvSpPr/>
          <p:nvPr/>
        </p:nvSpPr>
        <p:spPr>
          <a:xfrm>
            <a:off x="464455" y="3891466"/>
            <a:ext cx="767805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200" b="1" dirty="0" smtClean="0"/>
              <a:t>For dövrü</a:t>
            </a:r>
            <a:r>
              <a:rPr lang="az-Latn-AZ" sz="3200" dirty="0" smtClean="0"/>
              <a:t>: Dövr əvvəlcədən müəyyən edilmiş aralıqda təkrarlanır və müəyyən bir başlanğıc, son və addımlama dəyərləri ilə işləyir. Yəni, dövrün neçə dəfə təkrarlanacağı əvvəlcədən müəyyən edilir.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6566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4156" y="321583"/>
            <a:ext cx="4401457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EOLYMP-4721</a:t>
            </a:r>
            <a:endParaRPr lang="ru-RU" sz="4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5" y="2333012"/>
            <a:ext cx="9637485" cy="27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0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4943" y="190954"/>
            <a:ext cx="4909457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EOLYMP-8915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2" y="1988457"/>
            <a:ext cx="8955313" cy="26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0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486" y="263525"/>
            <a:ext cx="4865914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EOLYMP-8681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71" y="2002607"/>
            <a:ext cx="9318171" cy="32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6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0371" y="234496"/>
            <a:ext cx="4256314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EOLYMP-8619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71" y="1973579"/>
            <a:ext cx="9739085" cy="317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1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86" y="147411"/>
            <a:ext cx="4038600" cy="1325563"/>
          </a:xfrm>
        </p:spPr>
        <p:txBody>
          <a:bodyPr>
            <a:normAutofit fontScale="90000"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MƏSƏLƏLƏR 1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77" y="1472974"/>
            <a:ext cx="10793679" cy="231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4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>
                <a:latin typeface="Algerian" panose="04020705040A02060702" pitchFamily="82" charset="0"/>
              </a:rPr>
              <a:t>MƏSƏLƏLƏR </a:t>
            </a:r>
            <a:r>
              <a:rPr lang="az-Latn-AZ" b="1" dirty="0" smtClean="0">
                <a:latin typeface="Algerian" panose="04020705040A02060702" pitchFamily="82" charset="0"/>
              </a:rPr>
              <a:t>2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42" y="2093824"/>
            <a:ext cx="9374793" cy="279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278039"/>
            <a:ext cx="105156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MƏSƏLƏLƏR 3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07" y="2064796"/>
            <a:ext cx="9811693" cy="25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19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514" y="249011"/>
            <a:ext cx="4430486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EOLYMP-8931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8" y="2202660"/>
            <a:ext cx="9608458" cy="270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0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459514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M</a:t>
            </a:r>
            <a:r>
              <a:rPr lang="az-Latn-AZ" sz="4800" b="1" dirty="0" smtClean="0">
                <a:latin typeface="Algerian" panose="04020705040A02060702" pitchFamily="82" charset="0"/>
              </a:rPr>
              <a:t>ƏSƏLƏLƏR 4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2420641"/>
            <a:ext cx="9855201" cy="24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1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MƏSƏLƏLƏR 5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360295"/>
            <a:ext cx="9042400" cy="224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1856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40</TotalTime>
  <Words>208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Tw Cen MT</vt:lpstr>
      <vt:lpstr>Droplet</vt:lpstr>
      <vt:lpstr>PowerPoint Presentation</vt:lpstr>
      <vt:lpstr>FOR-DÖVR OPERATORU</vt:lpstr>
      <vt:lpstr>WHILE-DÖVR OPERATORU</vt:lpstr>
      <vt:lpstr>WHILE VƏ FOR DÖVRÜ ARASINDAKİ FƏRQ</vt:lpstr>
      <vt:lpstr>EOLYMP-4721</vt:lpstr>
      <vt:lpstr>EOLYMP-8915</vt:lpstr>
      <vt:lpstr>EOLYMP-8681</vt:lpstr>
      <vt:lpstr>EOLYMP-8619</vt:lpstr>
      <vt:lpstr>MƏSƏLƏLƏR 1</vt:lpstr>
      <vt:lpstr>MƏSƏLƏLƏR 2</vt:lpstr>
      <vt:lpstr>MƏSƏLƏLƏR 3</vt:lpstr>
      <vt:lpstr>EOLYMP-8931</vt:lpstr>
      <vt:lpstr>MƏSƏLƏLƏR 4</vt:lpstr>
      <vt:lpstr>MƏSƏLƏLƏR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</dc:creator>
  <cp:lastModifiedBy>Aslan</cp:lastModifiedBy>
  <cp:revision>6</cp:revision>
  <dcterms:created xsi:type="dcterms:W3CDTF">2024-12-10T08:54:00Z</dcterms:created>
  <dcterms:modified xsi:type="dcterms:W3CDTF">2024-12-12T12:23:25Z</dcterms:modified>
</cp:coreProperties>
</file>