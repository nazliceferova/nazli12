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7" r:id="rId3"/>
    <p:sldId id="259" r:id="rId4"/>
    <p:sldId id="260" r:id="rId5"/>
    <p:sldId id="264" r:id="rId6"/>
    <p:sldId id="265" r:id="rId7"/>
    <p:sldId id="266" r:id="rId8"/>
    <p:sldId id="267" r:id="rId9"/>
    <p:sldId id="268" r:id="rId10"/>
    <p:sldId id="269" r:id="rId11"/>
    <p:sldId id="270" r:id="rId12"/>
    <p:sldId id="271" r:id="rId13"/>
    <p:sldId id="272" r:id="rId14"/>
    <p:sldId id="273"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1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A2C012E-8D03-43FF-BDED-F81B69BF852D}" type="datetimeFigureOut">
              <a:rPr lang="ru-RU" smtClean="0"/>
              <a:t>09.12.2024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1179089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2C012E-8D03-43FF-BDED-F81B69BF852D}" type="datetimeFigureOut">
              <a:rPr lang="ru-RU" smtClean="0"/>
              <a:t>09.12.2024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4186896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A2C012E-8D03-43FF-BDED-F81B69BF852D}" type="datetimeFigureOut">
              <a:rPr lang="ru-RU" smtClean="0"/>
              <a:t>09.12.2024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3419577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A2C012E-8D03-43FF-BDED-F81B69BF852D}" type="datetimeFigureOut">
              <a:rPr lang="ru-RU" smtClean="0"/>
              <a:t>09.12.2024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3118458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A2C012E-8D03-43FF-BDED-F81B69BF852D}" type="datetimeFigureOut">
              <a:rPr lang="ru-RU" smtClean="0"/>
              <a:t>09.12.2024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996972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A2C012E-8D03-43FF-BDED-F81B69BF852D}" type="datetimeFigureOut">
              <a:rPr lang="ru-RU" smtClean="0"/>
              <a:t>09.12.2024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86625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2C012E-8D03-43FF-BDED-F81B69BF852D}" type="datetimeFigureOut">
              <a:rPr lang="ru-RU" smtClean="0"/>
              <a:t>09.12.2024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408279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A2C012E-8D03-43FF-BDED-F81B69BF852D}" type="datetimeFigureOut">
              <a:rPr lang="ru-RU" smtClean="0"/>
              <a:t>09.12.2024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1258663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A2C012E-8D03-43FF-BDED-F81B69BF852D}" type="datetimeFigureOut">
              <a:rPr lang="ru-RU" smtClean="0"/>
              <a:t>09.12.2024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4148918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2C012E-8D03-43FF-BDED-F81B69BF852D}" type="datetimeFigureOut">
              <a:rPr lang="ru-RU" smtClean="0"/>
              <a:t>09.12.2024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1577810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2C012E-8D03-43FF-BDED-F81B69BF852D}" type="datetimeFigureOut">
              <a:rPr lang="ru-RU" smtClean="0"/>
              <a:t>09.12.2024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D96309C-5914-4ED0-9852-A15C2032C0FB}" type="slidenum">
              <a:rPr lang="ru-RU" smtClean="0"/>
              <a:t>‹#›</a:t>
            </a:fld>
            <a:endParaRPr lang="ru-RU"/>
          </a:p>
        </p:txBody>
      </p:sp>
    </p:spTree>
    <p:extLst>
      <p:ext uri="{BB962C8B-B14F-4D97-AF65-F5344CB8AC3E}">
        <p14:creationId xmlns:p14="http://schemas.microsoft.com/office/powerpoint/2010/main" val="2056511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34000" r="-3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C012E-8D03-43FF-BDED-F81B69BF852D}" type="datetimeFigureOut">
              <a:rPr lang="ru-RU" smtClean="0"/>
              <a:t>09.12.2024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96309C-5914-4ED0-9852-A15C2032C0FB}" type="slidenum">
              <a:rPr lang="ru-RU" smtClean="0"/>
              <a:t>‹#›</a:t>
            </a:fld>
            <a:endParaRPr lang="ru-RU"/>
          </a:p>
        </p:txBody>
      </p:sp>
    </p:spTree>
    <p:extLst>
      <p:ext uri="{BB962C8B-B14F-4D97-AF65-F5344CB8AC3E}">
        <p14:creationId xmlns:p14="http://schemas.microsoft.com/office/powerpoint/2010/main" val="244531345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image" Target="../media/image11.jpeg"/><Relationship Id="rId11" Type="http://schemas.openxmlformats.org/officeDocument/2006/relationships/image" Target="../media/image16.jpeg"/><Relationship Id="rId5" Type="http://schemas.openxmlformats.org/officeDocument/2006/relationships/image" Target="../media/image10.jpeg"/><Relationship Id="rId10" Type="http://schemas.openxmlformats.org/officeDocument/2006/relationships/image" Target="../media/image15.jpeg"/><Relationship Id="rId4" Type="http://schemas.openxmlformats.org/officeDocument/2006/relationships/image" Target="../media/image9.jpeg"/><Relationship Id="rId9" Type="http://schemas.openxmlformats.org/officeDocument/2006/relationships/image" Target="../media/image14.jpeg"/></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1026" name="Picture 2" descr="Azərbaycan Texniki Universiteti | Bak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1999" y="-169553"/>
            <a:ext cx="7998836" cy="48213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76055" y="242891"/>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sp>
        <p:nvSpPr>
          <p:cNvPr id="6" name="Rectangle 5"/>
          <p:cNvSpPr/>
          <p:nvPr/>
        </p:nvSpPr>
        <p:spPr>
          <a:xfrm>
            <a:off x="2216726" y="3633138"/>
            <a:ext cx="7869383" cy="29925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r>
              <a:rPr lang="az-Latn-AZ" sz="2000" dirty="0" smtClean="0"/>
              <a:t>Fakultə</a:t>
            </a:r>
            <a:r>
              <a:rPr lang="en-US" sz="2000" dirty="0" smtClean="0"/>
              <a:t>: </a:t>
            </a:r>
            <a:r>
              <a:rPr lang="az-Latn-AZ" sz="2000" dirty="0" smtClean="0"/>
              <a:t>İnformasiya və telekommunikasiya texnologiyaları</a:t>
            </a:r>
          </a:p>
          <a:p>
            <a:pPr marL="285750" indent="-285750">
              <a:buFont typeface="Arial" panose="020B0604020202020204" pitchFamily="34" charset="0"/>
              <a:buChar char="•"/>
            </a:pPr>
            <a:r>
              <a:rPr lang="az-Latn-AZ" sz="2000" dirty="0" smtClean="0"/>
              <a:t>Kafedra</a:t>
            </a:r>
            <a:r>
              <a:rPr lang="en-US" sz="2000" dirty="0" smtClean="0"/>
              <a:t>: </a:t>
            </a:r>
            <a:r>
              <a:rPr lang="az-Latn-AZ" sz="2000" dirty="0" smtClean="0"/>
              <a:t>Kompüter texnologiyaları</a:t>
            </a:r>
          </a:p>
          <a:p>
            <a:pPr marL="285750" indent="-285750">
              <a:buFont typeface="Arial" panose="020B0604020202020204" pitchFamily="34" charset="0"/>
              <a:buChar char="•"/>
            </a:pPr>
            <a:r>
              <a:rPr lang="az-Latn-AZ" sz="2000" dirty="0" smtClean="0"/>
              <a:t>Fənn adı</a:t>
            </a:r>
            <a:r>
              <a:rPr lang="en-US" sz="2000" dirty="0" smtClean="0"/>
              <a:t>:</a:t>
            </a:r>
            <a:r>
              <a:rPr lang="az-Latn-AZ" sz="2000" dirty="0" smtClean="0"/>
              <a:t> İnformasiya </a:t>
            </a:r>
            <a:r>
              <a:rPr lang="az-Latn-AZ" sz="2000" dirty="0" smtClean="0"/>
              <a:t>texnologiyalarının əsasları</a:t>
            </a:r>
            <a:endParaRPr lang="az-Latn-AZ" sz="2000" dirty="0" smtClean="0"/>
          </a:p>
          <a:p>
            <a:pPr algn="ctr"/>
            <a:endParaRPr lang="az-Latn-AZ" dirty="0" smtClean="0"/>
          </a:p>
          <a:p>
            <a:pPr algn="ctr"/>
            <a:r>
              <a:rPr lang="az-Latn-AZ" dirty="0" smtClean="0"/>
              <a:t>LABORATORİYA </a:t>
            </a:r>
            <a:r>
              <a:rPr lang="az-Latn-AZ" dirty="0" smtClean="0"/>
              <a:t>İŞİ </a:t>
            </a:r>
            <a:r>
              <a:rPr lang="ru-RU" dirty="0" smtClean="0"/>
              <a:t>№</a:t>
            </a:r>
            <a:r>
              <a:rPr lang="az-Latn-AZ" smtClean="0"/>
              <a:t>1</a:t>
            </a:r>
          </a:p>
          <a:p>
            <a:pPr marL="285750" indent="-285750">
              <a:buFont typeface="Arial" panose="020B0604020202020204" pitchFamily="34" charset="0"/>
              <a:buChar char="•"/>
            </a:pPr>
            <a:endParaRPr lang="az-Latn-AZ" sz="2000" dirty="0" smtClean="0"/>
          </a:p>
          <a:p>
            <a:endParaRPr lang="az-Latn-AZ" dirty="0" smtClean="0"/>
          </a:p>
          <a:p>
            <a:endParaRPr lang="az-Latn-AZ" dirty="0" smtClean="0"/>
          </a:p>
          <a:p>
            <a:endParaRPr lang="az-Latn-AZ" dirty="0"/>
          </a:p>
          <a:p>
            <a:endParaRPr lang="az-Latn-AZ" dirty="0" smtClean="0"/>
          </a:p>
          <a:p>
            <a:endParaRPr lang="az-Latn-AZ" dirty="0"/>
          </a:p>
        </p:txBody>
      </p:sp>
    </p:spTree>
    <p:extLst>
      <p:ext uri="{BB962C8B-B14F-4D97-AF65-F5344CB8AC3E}">
        <p14:creationId xmlns:p14="http://schemas.microsoft.com/office/powerpoint/2010/main" val="482363062"/>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523220"/>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latin typeface="Algerian" panose="04020705040A02060702" pitchFamily="82" charset="0"/>
              </a:rPr>
              <a:t>FƏrdİ kompüter</a:t>
            </a:r>
            <a:endParaRPr lang="en-US" sz="28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235527" y="997528"/>
            <a:ext cx="6858000" cy="54032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b="1" dirty="0" err="1"/>
              <a:t>Fərdi</a:t>
            </a:r>
            <a:r>
              <a:rPr lang="en-US" b="1" dirty="0"/>
              <a:t> </a:t>
            </a:r>
            <a:r>
              <a:rPr lang="en-US" b="1" dirty="0" err="1"/>
              <a:t>kompüter</a:t>
            </a:r>
            <a:r>
              <a:rPr lang="en-US" dirty="0"/>
              <a:t>, </a:t>
            </a:r>
            <a:r>
              <a:rPr lang="en-US" dirty="0" err="1"/>
              <a:t>ingiliscə</a:t>
            </a:r>
            <a:r>
              <a:rPr lang="en-US" dirty="0"/>
              <a:t> </a:t>
            </a:r>
            <a:r>
              <a:rPr lang="en-US" dirty="0" err="1"/>
              <a:t>qısaltması</a:t>
            </a:r>
            <a:r>
              <a:rPr lang="en-US" dirty="0"/>
              <a:t> </a:t>
            </a:r>
            <a:r>
              <a:rPr lang="en-US" dirty="0" err="1"/>
              <a:t>ilə</a:t>
            </a:r>
            <a:r>
              <a:rPr lang="en-US" dirty="0"/>
              <a:t> PC — </a:t>
            </a:r>
            <a:r>
              <a:rPr lang="en-US" dirty="0" err="1"/>
              <a:t>ölçüsü</a:t>
            </a:r>
            <a:r>
              <a:rPr lang="en-US" dirty="0"/>
              <a:t>, </a:t>
            </a:r>
            <a:r>
              <a:rPr lang="en-US" dirty="0" err="1"/>
              <a:t>imkanları</a:t>
            </a:r>
            <a:r>
              <a:rPr lang="en-US" dirty="0"/>
              <a:t> </a:t>
            </a:r>
            <a:r>
              <a:rPr lang="en-US" dirty="0" err="1"/>
              <a:t>və</a:t>
            </a:r>
            <a:r>
              <a:rPr lang="en-US" dirty="0"/>
              <a:t> </a:t>
            </a:r>
            <a:r>
              <a:rPr lang="en-US" dirty="0" err="1"/>
              <a:t>qiyməti</a:t>
            </a:r>
            <a:r>
              <a:rPr lang="en-US" dirty="0"/>
              <a:t> </a:t>
            </a:r>
            <a:r>
              <a:rPr lang="en-US" dirty="0" err="1"/>
              <a:t>onu</a:t>
            </a:r>
            <a:r>
              <a:rPr lang="en-US" dirty="0"/>
              <a:t> </a:t>
            </a:r>
            <a:r>
              <a:rPr lang="en-US" dirty="0" err="1"/>
              <a:t>fərdi</a:t>
            </a:r>
            <a:r>
              <a:rPr lang="en-US" dirty="0"/>
              <a:t> </a:t>
            </a:r>
            <a:r>
              <a:rPr lang="en-US" dirty="0" err="1"/>
              <a:t>istifadə</a:t>
            </a:r>
            <a:r>
              <a:rPr lang="en-US" dirty="0"/>
              <a:t> </a:t>
            </a:r>
            <a:r>
              <a:rPr lang="en-US" dirty="0" err="1"/>
              <a:t>üçün</a:t>
            </a:r>
            <a:r>
              <a:rPr lang="en-US" dirty="0"/>
              <a:t> </a:t>
            </a:r>
            <a:r>
              <a:rPr lang="en-US" dirty="0" err="1"/>
              <a:t>mümkün</a:t>
            </a:r>
            <a:r>
              <a:rPr lang="en-US" dirty="0"/>
              <a:t> </a:t>
            </a:r>
            <a:r>
              <a:rPr lang="en-US" dirty="0" err="1"/>
              <a:t>edən</a:t>
            </a:r>
            <a:r>
              <a:rPr lang="en-US" dirty="0"/>
              <a:t> </a:t>
            </a:r>
            <a:r>
              <a:rPr lang="en-US" dirty="0" err="1"/>
              <a:t>çoxməqsədli</a:t>
            </a:r>
            <a:r>
              <a:rPr lang="en-US" dirty="0"/>
              <a:t> </a:t>
            </a:r>
            <a:r>
              <a:rPr lang="en-US" dirty="0" err="1"/>
              <a:t>mikrokompüter</a:t>
            </a:r>
            <a:r>
              <a:rPr lang="en-US" dirty="0"/>
              <a:t>.[1] </a:t>
            </a:r>
            <a:r>
              <a:rPr lang="en-US" dirty="0" err="1"/>
              <a:t>Fərdi</a:t>
            </a:r>
            <a:r>
              <a:rPr lang="en-US" dirty="0"/>
              <a:t> </a:t>
            </a:r>
            <a:r>
              <a:rPr lang="en-US" dirty="0" err="1"/>
              <a:t>kompüter</a:t>
            </a:r>
            <a:r>
              <a:rPr lang="en-US" dirty="0"/>
              <a:t> </a:t>
            </a:r>
            <a:r>
              <a:rPr lang="en-US" dirty="0" err="1"/>
              <a:t>bir</a:t>
            </a:r>
            <a:r>
              <a:rPr lang="en-US" dirty="0"/>
              <a:t> </a:t>
            </a:r>
            <a:r>
              <a:rPr lang="en-US" dirty="0" err="1"/>
              <a:t>şəxsin</a:t>
            </a:r>
            <a:r>
              <a:rPr lang="en-US" dirty="0"/>
              <a:t> </a:t>
            </a:r>
            <a:r>
              <a:rPr lang="en-US" dirty="0" err="1"/>
              <a:t>istifadəsi</a:t>
            </a:r>
            <a:r>
              <a:rPr lang="en-US" dirty="0"/>
              <a:t> </a:t>
            </a:r>
            <a:r>
              <a:rPr lang="en-US" dirty="0" err="1"/>
              <a:t>üçün</a:t>
            </a:r>
            <a:r>
              <a:rPr lang="en-US" dirty="0"/>
              <a:t> </a:t>
            </a:r>
            <a:r>
              <a:rPr lang="en-US" dirty="0" err="1"/>
              <a:t>nəzərdə</a:t>
            </a:r>
            <a:r>
              <a:rPr lang="en-US" dirty="0"/>
              <a:t> </a:t>
            </a:r>
            <a:r>
              <a:rPr lang="en-US" dirty="0" err="1"/>
              <a:t>tutulmuş</a:t>
            </a:r>
            <a:r>
              <a:rPr lang="en-US" dirty="0"/>
              <a:t> </a:t>
            </a:r>
            <a:r>
              <a:rPr lang="en-US" dirty="0" err="1"/>
              <a:t>kompüterə</a:t>
            </a:r>
            <a:r>
              <a:rPr lang="en-US" dirty="0"/>
              <a:t> </a:t>
            </a:r>
            <a:r>
              <a:rPr lang="en-US" dirty="0" err="1"/>
              <a:t>deyilir</a:t>
            </a:r>
            <a:r>
              <a:rPr lang="en-US" dirty="0"/>
              <a:t>.[2] </a:t>
            </a:r>
            <a:r>
              <a:rPr lang="en-US" dirty="0" err="1"/>
              <a:t>Fərdi</a:t>
            </a:r>
            <a:r>
              <a:rPr lang="en-US" dirty="0"/>
              <a:t> </a:t>
            </a:r>
            <a:r>
              <a:rPr lang="en-US" dirty="0" err="1"/>
              <a:t>kompüterlərin</a:t>
            </a:r>
            <a:r>
              <a:rPr lang="en-US" dirty="0"/>
              <a:t> </a:t>
            </a:r>
            <a:r>
              <a:rPr lang="en-US" dirty="0" err="1"/>
              <a:t>kompüter</a:t>
            </a:r>
            <a:r>
              <a:rPr lang="en-US" dirty="0"/>
              <a:t> </a:t>
            </a:r>
            <a:r>
              <a:rPr lang="en-US" dirty="0" err="1"/>
              <a:t>mütəxəssisi</a:t>
            </a:r>
            <a:r>
              <a:rPr lang="en-US" dirty="0"/>
              <a:t> </a:t>
            </a:r>
            <a:r>
              <a:rPr lang="en-US" dirty="0" err="1"/>
              <a:t>və</a:t>
            </a:r>
            <a:r>
              <a:rPr lang="en-US" dirty="0"/>
              <a:t> </a:t>
            </a:r>
            <a:r>
              <a:rPr lang="en-US" dirty="0" err="1"/>
              <a:t>ya</a:t>
            </a:r>
            <a:r>
              <a:rPr lang="en-US" dirty="0"/>
              <a:t> </a:t>
            </a:r>
            <a:r>
              <a:rPr lang="en-US" dirty="0" err="1"/>
              <a:t>texniki</a:t>
            </a:r>
            <a:r>
              <a:rPr lang="en-US" dirty="0"/>
              <a:t> </a:t>
            </a:r>
            <a:r>
              <a:rPr lang="en-US" dirty="0" err="1"/>
              <a:t>mütəxəssis</a:t>
            </a:r>
            <a:r>
              <a:rPr lang="en-US" dirty="0"/>
              <a:t> </a:t>
            </a:r>
            <a:r>
              <a:rPr lang="en-US" dirty="0" err="1"/>
              <a:t>tərəfindən</a:t>
            </a:r>
            <a:r>
              <a:rPr lang="en-US" dirty="0"/>
              <a:t> </a:t>
            </a:r>
            <a:r>
              <a:rPr lang="en-US" dirty="0" err="1"/>
              <a:t>deyil</a:t>
            </a:r>
            <a:r>
              <a:rPr lang="en-US" dirty="0"/>
              <a:t>, </a:t>
            </a:r>
            <a:r>
              <a:rPr lang="en-US" dirty="0" err="1"/>
              <a:t>birbaşa</a:t>
            </a:r>
            <a:r>
              <a:rPr lang="en-US" dirty="0"/>
              <a:t> son </a:t>
            </a:r>
            <a:r>
              <a:rPr lang="en-US" dirty="0" err="1"/>
              <a:t>istifadəçi</a:t>
            </a:r>
            <a:r>
              <a:rPr lang="en-US" dirty="0"/>
              <a:t> </a:t>
            </a:r>
            <a:r>
              <a:rPr lang="en-US" dirty="0" err="1"/>
              <a:t>tərəfindən</a:t>
            </a:r>
            <a:r>
              <a:rPr lang="en-US" dirty="0"/>
              <a:t> </a:t>
            </a:r>
            <a:r>
              <a:rPr lang="en-US" dirty="0" err="1"/>
              <a:t>idarə</a:t>
            </a:r>
            <a:r>
              <a:rPr lang="en-US" dirty="0"/>
              <a:t> </a:t>
            </a:r>
            <a:r>
              <a:rPr lang="en-US" dirty="0" err="1"/>
              <a:t>edilməsi</a:t>
            </a:r>
            <a:r>
              <a:rPr lang="en-US" dirty="0"/>
              <a:t> </a:t>
            </a:r>
            <a:r>
              <a:rPr lang="en-US" dirty="0" err="1"/>
              <a:t>nəzərdə</a:t>
            </a:r>
            <a:r>
              <a:rPr lang="en-US" dirty="0"/>
              <a:t> </a:t>
            </a:r>
            <a:r>
              <a:rPr lang="en-US" dirty="0" err="1"/>
              <a:t>tutulur</a:t>
            </a:r>
            <a:r>
              <a:rPr lang="en-US" dirty="0"/>
              <a:t>. </a:t>
            </a:r>
            <a:r>
              <a:rPr lang="en-US" dirty="0" err="1"/>
              <a:t>Böyük</a:t>
            </a:r>
            <a:r>
              <a:rPr lang="en-US" dirty="0"/>
              <a:t>, </a:t>
            </a:r>
            <a:r>
              <a:rPr lang="en-US" dirty="0" err="1"/>
              <a:t>bahalı</a:t>
            </a:r>
            <a:r>
              <a:rPr lang="en-US" dirty="0"/>
              <a:t> </a:t>
            </a:r>
            <a:r>
              <a:rPr lang="en-US" dirty="0" err="1"/>
              <a:t>minikompüterlərdən</a:t>
            </a:r>
            <a:r>
              <a:rPr lang="en-US" dirty="0"/>
              <a:t> </a:t>
            </a:r>
            <a:r>
              <a:rPr lang="en-US" dirty="0" err="1"/>
              <a:t>və</a:t>
            </a:r>
            <a:r>
              <a:rPr lang="en-US" dirty="0"/>
              <a:t> </a:t>
            </a:r>
            <a:r>
              <a:rPr lang="en-US" dirty="0" err="1"/>
              <a:t>meynfreymlərdən</a:t>
            </a:r>
            <a:r>
              <a:rPr lang="en-US" dirty="0"/>
              <a:t> </a:t>
            </a:r>
            <a:r>
              <a:rPr lang="en-US" dirty="0" err="1"/>
              <a:t>fərqli</a:t>
            </a:r>
            <a:r>
              <a:rPr lang="en-US" dirty="0"/>
              <a:t> </a:t>
            </a:r>
            <a:r>
              <a:rPr lang="en-US" dirty="0" err="1"/>
              <a:t>olaraq</a:t>
            </a:r>
            <a:r>
              <a:rPr lang="en-US" dirty="0"/>
              <a:t>, </a:t>
            </a:r>
            <a:r>
              <a:rPr lang="en-US" dirty="0" err="1"/>
              <a:t>eyni</a:t>
            </a:r>
            <a:r>
              <a:rPr lang="en-US" dirty="0"/>
              <a:t> </a:t>
            </a:r>
            <a:r>
              <a:rPr lang="en-US" dirty="0" err="1"/>
              <a:t>vaxtda</a:t>
            </a:r>
            <a:r>
              <a:rPr lang="en-US" dirty="0"/>
              <a:t> </a:t>
            </a:r>
            <a:r>
              <a:rPr lang="en-US" dirty="0" err="1"/>
              <a:t>bir</a:t>
            </a:r>
            <a:r>
              <a:rPr lang="en-US" dirty="0"/>
              <a:t> </a:t>
            </a:r>
            <a:r>
              <a:rPr lang="en-US" dirty="0" err="1"/>
              <a:t>çox</a:t>
            </a:r>
            <a:r>
              <a:rPr lang="en-US" dirty="0"/>
              <a:t> </a:t>
            </a:r>
            <a:r>
              <a:rPr lang="en-US" dirty="0" err="1"/>
              <a:t>insan</a:t>
            </a:r>
            <a:r>
              <a:rPr lang="en-US" dirty="0"/>
              <a:t> </a:t>
            </a:r>
            <a:r>
              <a:rPr lang="en-US" dirty="0" err="1"/>
              <a:t>üçün</a:t>
            </a:r>
            <a:r>
              <a:rPr lang="en-US" dirty="0"/>
              <a:t> </a:t>
            </a:r>
            <a:r>
              <a:rPr lang="en-US" dirty="0" err="1"/>
              <a:t>zamanın</a:t>
            </a:r>
            <a:r>
              <a:rPr lang="en-US" dirty="0"/>
              <a:t> </a:t>
            </a:r>
            <a:r>
              <a:rPr lang="en-US" dirty="0" err="1"/>
              <a:t>bölünməsi</a:t>
            </a:r>
            <a:r>
              <a:rPr lang="en-US" dirty="0"/>
              <a:t> </a:t>
            </a:r>
            <a:r>
              <a:rPr lang="en-US" dirty="0" err="1"/>
              <a:t>fərdi</a:t>
            </a:r>
            <a:r>
              <a:rPr lang="en-US" dirty="0"/>
              <a:t> </a:t>
            </a:r>
            <a:r>
              <a:rPr lang="en-US" dirty="0" err="1"/>
              <a:t>kompüterlərdə</a:t>
            </a:r>
            <a:r>
              <a:rPr lang="en-US" dirty="0"/>
              <a:t> </a:t>
            </a:r>
            <a:r>
              <a:rPr lang="en-US" dirty="0" err="1"/>
              <a:t>istifadə</a:t>
            </a:r>
            <a:r>
              <a:rPr lang="en-US" dirty="0"/>
              <a:t> </a:t>
            </a:r>
            <a:r>
              <a:rPr lang="en-US" dirty="0" err="1"/>
              <a:t>edilmir</a:t>
            </a:r>
            <a:r>
              <a:rPr lang="en-US" dirty="0"/>
              <a:t>. İlk </a:t>
            </a:r>
            <a:r>
              <a:rPr lang="en-US" dirty="0" err="1"/>
              <a:t>növbədə</a:t>
            </a:r>
            <a:r>
              <a:rPr lang="en-US" dirty="0"/>
              <a:t> 1970-ci </a:t>
            </a:r>
            <a:r>
              <a:rPr lang="en-US" dirty="0" err="1"/>
              <a:t>illərin</a:t>
            </a:r>
            <a:r>
              <a:rPr lang="en-US" dirty="0"/>
              <a:t> </a:t>
            </a:r>
            <a:r>
              <a:rPr lang="en-US" dirty="0" err="1"/>
              <a:t>sonu</a:t>
            </a:r>
            <a:r>
              <a:rPr lang="en-US" dirty="0"/>
              <a:t> </a:t>
            </a:r>
            <a:r>
              <a:rPr lang="en-US" dirty="0" err="1"/>
              <a:t>və</a:t>
            </a:r>
            <a:r>
              <a:rPr lang="en-US" dirty="0"/>
              <a:t> 1980-ci </a:t>
            </a:r>
            <a:r>
              <a:rPr lang="en-US" dirty="0" err="1"/>
              <a:t>illərdə</a:t>
            </a:r>
            <a:r>
              <a:rPr lang="en-US" dirty="0"/>
              <a:t> "</a:t>
            </a:r>
            <a:r>
              <a:rPr lang="en-US" dirty="0" err="1"/>
              <a:t>ev</a:t>
            </a:r>
            <a:r>
              <a:rPr lang="en-US" dirty="0"/>
              <a:t> </a:t>
            </a:r>
            <a:r>
              <a:rPr lang="en-US" dirty="0" err="1"/>
              <a:t>kompüteri</a:t>
            </a:r>
            <a:r>
              <a:rPr lang="en-US" dirty="0"/>
              <a:t>" termini </a:t>
            </a:r>
            <a:r>
              <a:rPr lang="en-US" dirty="0" err="1"/>
              <a:t>də</a:t>
            </a:r>
            <a:r>
              <a:rPr lang="en-US" dirty="0"/>
              <a:t> </a:t>
            </a:r>
            <a:r>
              <a:rPr lang="en-US" dirty="0" err="1"/>
              <a:t>istifadə</a:t>
            </a:r>
            <a:r>
              <a:rPr lang="en-US" dirty="0"/>
              <a:t> </a:t>
            </a:r>
            <a:r>
              <a:rPr lang="en-US" dirty="0" err="1"/>
              <a:t>edilmişdir</a:t>
            </a:r>
            <a:r>
              <a:rPr lang="en-US" dirty="0"/>
              <a:t>. </a:t>
            </a:r>
            <a:r>
              <a:rPr lang="en-US" dirty="0" err="1"/>
              <a:t>Fərdi</a:t>
            </a:r>
            <a:r>
              <a:rPr lang="en-US" dirty="0"/>
              <a:t> </a:t>
            </a:r>
            <a:r>
              <a:rPr lang="en-US" dirty="0" err="1"/>
              <a:t>kompüterlərin</a:t>
            </a:r>
            <a:r>
              <a:rPr lang="en-US" dirty="0"/>
              <a:t> </a:t>
            </a:r>
            <a:r>
              <a:rPr lang="en-US" dirty="0" err="1"/>
              <a:t>meydana</a:t>
            </a:r>
            <a:r>
              <a:rPr lang="en-US" dirty="0"/>
              <a:t> </a:t>
            </a:r>
            <a:r>
              <a:rPr lang="en-US" dirty="0" err="1"/>
              <a:t>gəlməsi</a:t>
            </a:r>
            <a:r>
              <a:rPr lang="en-US" dirty="0"/>
              <a:t> </a:t>
            </a:r>
            <a:r>
              <a:rPr lang="en-US" dirty="0" err="1"/>
              <a:t>və</a:t>
            </a:r>
            <a:r>
              <a:rPr lang="en-US" dirty="0"/>
              <a:t> </a:t>
            </a:r>
            <a:r>
              <a:rPr lang="en-US" dirty="0" err="1"/>
              <a:t>eyni</a:t>
            </a:r>
            <a:r>
              <a:rPr lang="en-US" dirty="0"/>
              <a:t> </a:t>
            </a:r>
            <a:r>
              <a:rPr lang="en-US" dirty="0" err="1"/>
              <a:t>zamanda</a:t>
            </a:r>
            <a:r>
              <a:rPr lang="en-US" dirty="0"/>
              <a:t> </a:t>
            </a:r>
            <a:r>
              <a:rPr lang="en-US" dirty="0" err="1"/>
              <a:t>Rəqəmsal</a:t>
            </a:r>
            <a:r>
              <a:rPr lang="en-US" dirty="0"/>
              <a:t> </a:t>
            </a:r>
            <a:r>
              <a:rPr lang="en-US" dirty="0" err="1"/>
              <a:t>İnqilab</a:t>
            </a:r>
            <a:r>
              <a:rPr lang="en-US" dirty="0"/>
              <a:t> </a:t>
            </a:r>
            <a:r>
              <a:rPr lang="en-US" dirty="0" err="1"/>
              <a:t>bütün</a:t>
            </a:r>
            <a:r>
              <a:rPr lang="en-US" dirty="0"/>
              <a:t> </a:t>
            </a:r>
            <a:r>
              <a:rPr lang="en-US" dirty="0" err="1"/>
              <a:t>ölkələrdə</a:t>
            </a:r>
            <a:r>
              <a:rPr lang="en-US" dirty="0"/>
              <a:t> </a:t>
            </a:r>
            <a:r>
              <a:rPr lang="en-US" dirty="0" err="1"/>
              <a:t>insanların</a:t>
            </a:r>
            <a:r>
              <a:rPr lang="en-US" dirty="0"/>
              <a:t> </a:t>
            </a:r>
            <a:r>
              <a:rPr lang="en-US" dirty="0" err="1"/>
              <a:t>həyatına</a:t>
            </a:r>
            <a:r>
              <a:rPr lang="en-US" dirty="0"/>
              <a:t> </a:t>
            </a:r>
            <a:r>
              <a:rPr lang="en-US" dirty="0" err="1"/>
              <a:t>əhəmiyyətli</a:t>
            </a:r>
            <a:r>
              <a:rPr lang="en-US" dirty="0"/>
              <a:t> </a:t>
            </a:r>
            <a:r>
              <a:rPr lang="en-US" dirty="0" err="1"/>
              <a:t>dərəcədə</a:t>
            </a:r>
            <a:r>
              <a:rPr lang="en-US" dirty="0"/>
              <a:t> </a:t>
            </a:r>
            <a:r>
              <a:rPr lang="en-US" dirty="0" err="1"/>
              <a:t>təsir</a:t>
            </a:r>
            <a:r>
              <a:rPr lang="en-US" dirty="0"/>
              <a:t> </a:t>
            </a:r>
            <a:r>
              <a:rPr lang="en-US" dirty="0" err="1"/>
              <a:t>etdi</a:t>
            </a:r>
            <a:r>
              <a:rPr lang="en-US" dirty="0"/>
              <a:t>.</a:t>
            </a:r>
            <a:endParaRPr lang="az-Latn-AZ"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6011" y="1383829"/>
            <a:ext cx="4905989" cy="4019444"/>
          </a:xfrm>
          <a:prstGeom prst="rect">
            <a:avLst/>
          </a:prstGeom>
        </p:spPr>
      </p:pic>
    </p:spTree>
    <p:extLst>
      <p:ext uri="{BB962C8B-B14F-4D97-AF65-F5344CB8AC3E}">
        <p14:creationId xmlns:p14="http://schemas.microsoft.com/office/powerpoint/2010/main" val="2691241842"/>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Monitor</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5215492" y="857251"/>
            <a:ext cx="6858000" cy="49148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az-Latn-AZ" dirty="0" smtClean="0"/>
              <a:t/>
            </a:r>
            <a:br>
              <a:rPr lang="az-Latn-AZ" dirty="0" smtClean="0"/>
            </a:br>
            <a:r>
              <a:rPr lang="en-US" dirty="0" err="1" smtClean="0"/>
              <a:t>Monitorlar</a:t>
            </a:r>
            <a:r>
              <a:rPr lang="en-US" dirty="0" smtClean="0"/>
              <a:t> </a:t>
            </a:r>
            <a:r>
              <a:rPr lang="en-US" dirty="0" err="1"/>
              <a:t>informasiyanı</a:t>
            </a:r>
            <a:r>
              <a:rPr lang="en-US" dirty="0"/>
              <a:t> </a:t>
            </a:r>
            <a:r>
              <a:rPr lang="en-US" dirty="0" err="1"/>
              <a:t>ekranda</a:t>
            </a:r>
            <a:r>
              <a:rPr lang="en-US" dirty="0"/>
              <a:t> </a:t>
            </a:r>
            <a:r>
              <a:rPr lang="en-US" dirty="0" err="1"/>
              <a:t>əks</a:t>
            </a:r>
            <a:r>
              <a:rPr lang="en-US" dirty="0"/>
              <a:t> </a:t>
            </a:r>
            <a:r>
              <a:rPr lang="en-US" dirty="0" err="1"/>
              <a:t>etdirərək</a:t>
            </a:r>
            <a:r>
              <a:rPr lang="en-US" dirty="0"/>
              <a:t> </a:t>
            </a:r>
            <a:r>
              <a:rPr lang="en-US" dirty="0" err="1"/>
              <a:t>komputerle</a:t>
            </a:r>
            <a:r>
              <a:rPr lang="en-US" dirty="0"/>
              <a:t> </a:t>
            </a:r>
            <a:r>
              <a:rPr lang="en-US" dirty="0" err="1"/>
              <a:t>istifadəçi</a:t>
            </a:r>
            <a:r>
              <a:rPr lang="en-US" dirty="0"/>
              <a:t> </a:t>
            </a:r>
            <a:r>
              <a:rPr lang="en-US" dirty="0" err="1"/>
              <a:t>arasında</a:t>
            </a:r>
            <a:r>
              <a:rPr lang="en-US" dirty="0"/>
              <a:t> </a:t>
            </a:r>
            <a:r>
              <a:rPr lang="en-US" dirty="0" err="1"/>
              <a:t>əlaqəni</a:t>
            </a:r>
            <a:r>
              <a:rPr lang="en-US" dirty="0"/>
              <a:t> </a:t>
            </a:r>
            <a:r>
              <a:rPr lang="en-US" dirty="0" err="1"/>
              <a:t>təmin</a:t>
            </a:r>
            <a:r>
              <a:rPr lang="en-US" dirty="0"/>
              <a:t> </a:t>
            </a:r>
            <a:r>
              <a:rPr lang="en-US" dirty="0" err="1"/>
              <a:t>edən</a:t>
            </a:r>
            <a:r>
              <a:rPr lang="en-US" dirty="0"/>
              <a:t> </a:t>
            </a:r>
            <a:r>
              <a:rPr lang="en-US" dirty="0" err="1"/>
              <a:t>bir</a:t>
            </a:r>
            <a:r>
              <a:rPr lang="en-US" dirty="0"/>
              <a:t> </a:t>
            </a:r>
            <a:r>
              <a:rPr lang="en-US" dirty="0" err="1"/>
              <a:t>çıxış</a:t>
            </a:r>
            <a:r>
              <a:rPr lang="en-US" dirty="0"/>
              <a:t> </a:t>
            </a:r>
            <a:r>
              <a:rPr lang="en-US" dirty="0" err="1"/>
              <a:t>qurğusudur</a:t>
            </a:r>
            <a:r>
              <a:rPr lang="en-US" dirty="0"/>
              <a:t>.</a:t>
            </a:r>
            <a:br>
              <a:rPr lang="en-US" dirty="0"/>
            </a:br>
            <a:r>
              <a:rPr lang="en-US" dirty="0" err="1"/>
              <a:t>Komputerdə</a:t>
            </a:r>
            <a:r>
              <a:rPr lang="en-US" dirty="0"/>
              <a:t> proses </a:t>
            </a:r>
            <a:r>
              <a:rPr lang="en-US" dirty="0" err="1"/>
              <a:t>belə</a:t>
            </a:r>
            <a:r>
              <a:rPr lang="en-US" dirty="0"/>
              <a:t> </a:t>
            </a:r>
            <a:r>
              <a:rPr lang="en-US" dirty="0" err="1"/>
              <a:t>gedir</a:t>
            </a:r>
            <a:r>
              <a:rPr lang="en-US" dirty="0"/>
              <a:t>: </a:t>
            </a:r>
            <a:r>
              <a:rPr lang="en-US" dirty="0" err="1"/>
              <a:t>informasiya</a:t>
            </a:r>
            <a:r>
              <a:rPr lang="en-US" dirty="0"/>
              <a:t>  </a:t>
            </a:r>
            <a:r>
              <a:rPr lang="en-US" dirty="0" err="1"/>
              <a:t>ekran</a:t>
            </a:r>
            <a:r>
              <a:rPr lang="en-US" dirty="0"/>
              <a:t> </a:t>
            </a:r>
            <a:r>
              <a:rPr lang="en-US" dirty="0" err="1"/>
              <a:t>kartına</a:t>
            </a:r>
            <a:r>
              <a:rPr lang="en-US" dirty="0"/>
              <a:t> </a:t>
            </a:r>
            <a:r>
              <a:rPr lang="en-US" dirty="0" err="1"/>
              <a:t>göndərilir</a:t>
            </a:r>
            <a:r>
              <a:rPr lang="en-US" dirty="0"/>
              <a:t> </a:t>
            </a:r>
            <a:r>
              <a:rPr lang="en-US" dirty="0" err="1"/>
              <a:t>daha</a:t>
            </a:r>
            <a:r>
              <a:rPr lang="en-US" dirty="0"/>
              <a:t> </a:t>
            </a:r>
            <a:r>
              <a:rPr lang="en-US" dirty="0" err="1"/>
              <a:t>sonra</a:t>
            </a:r>
            <a:r>
              <a:rPr lang="en-US" dirty="0"/>
              <a:t> </a:t>
            </a:r>
            <a:r>
              <a:rPr lang="en-US" dirty="0" err="1"/>
              <a:t>ekran</a:t>
            </a:r>
            <a:r>
              <a:rPr lang="en-US" dirty="0"/>
              <a:t> </a:t>
            </a:r>
            <a:r>
              <a:rPr lang="en-US" dirty="0" err="1"/>
              <a:t>kartındakı</a:t>
            </a:r>
            <a:r>
              <a:rPr lang="en-US" dirty="0"/>
              <a:t> </a:t>
            </a:r>
            <a:r>
              <a:rPr lang="en-US" dirty="0" err="1"/>
              <a:t>yaddaş</a:t>
            </a:r>
            <a:r>
              <a:rPr lang="en-US" dirty="0"/>
              <a:t> </a:t>
            </a:r>
            <a:r>
              <a:rPr lang="en-US" dirty="0" err="1"/>
              <a:t>qurğrlarında</a:t>
            </a:r>
            <a:r>
              <a:rPr lang="en-US" dirty="0"/>
              <a:t> </a:t>
            </a:r>
            <a:r>
              <a:rPr lang="en-US" dirty="0" err="1"/>
              <a:t>olan</a:t>
            </a:r>
            <a:r>
              <a:rPr lang="en-US" dirty="0"/>
              <a:t> </a:t>
            </a:r>
            <a:r>
              <a:rPr lang="en-US" dirty="0" err="1"/>
              <a:t>informasiya</a:t>
            </a:r>
            <a:r>
              <a:rPr lang="en-US" dirty="0"/>
              <a:t> </a:t>
            </a:r>
            <a:r>
              <a:rPr lang="en-US" dirty="0" err="1"/>
              <a:t>analoq</a:t>
            </a:r>
            <a:r>
              <a:rPr lang="en-US" dirty="0"/>
              <a:t> </a:t>
            </a:r>
            <a:r>
              <a:rPr lang="en-US" dirty="0" err="1"/>
              <a:t>çevirivilər</a:t>
            </a:r>
            <a:r>
              <a:rPr lang="en-US" dirty="0"/>
              <a:t> </a:t>
            </a:r>
            <a:r>
              <a:rPr lang="en-US" dirty="0" err="1"/>
              <a:t>vasitəsilə</a:t>
            </a:r>
            <a:r>
              <a:rPr lang="en-US" dirty="0"/>
              <a:t> </a:t>
            </a:r>
            <a:r>
              <a:rPr lang="en-US" dirty="0" err="1"/>
              <a:t>hər</a:t>
            </a:r>
            <a:r>
              <a:rPr lang="en-US" dirty="0"/>
              <a:t> </a:t>
            </a:r>
            <a:r>
              <a:rPr lang="en-US" dirty="0" err="1"/>
              <a:t>piksel</a:t>
            </a:r>
            <a:r>
              <a:rPr lang="en-US" dirty="0"/>
              <a:t> </a:t>
            </a:r>
            <a:r>
              <a:rPr lang="en-US" dirty="0" err="1"/>
              <a:t>üçün</a:t>
            </a:r>
            <a:r>
              <a:rPr lang="en-US" dirty="0"/>
              <a:t> </a:t>
            </a:r>
            <a:r>
              <a:rPr lang="en-US" dirty="0" err="1"/>
              <a:t>ayrı</a:t>
            </a:r>
            <a:r>
              <a:rPr lang="en-US" dirty="0"/>
              <a:t> </a:t>
            </a:r>
            <a:r>
              <a:rPr lang="en-US" dirty="0" err="1"/>
              <a:t>ayrı</a:t>
            </a:r>
            <a:r>
              <a:rPr lang="en-US" dirty="0"/>
              <a:t> </a:t>
            </a:r>
            <a:r>
              <a:rPr lang="en-US" dirty="0" err="1"/>
              <a:t>amplitut</a:t>
            </a:r>
            <a:r>
              <a:rPr lang="en-US" dirty="0"/>
              <a:t> </a:t>
            </a:r>
            <a:r>
              <a:rPr lang="en-US" dirty="0" err="1"/>
              <a:t>məlumatına</a:t>
            </a:r>
            <a:r>
              <a:rPr lang="en-US" dirty="0"/>
              <a:t> </a:t>
            </a:r>
            <a:r>
              <a:rPr lang="en-US" dirty="0" err="1"/>
              <a:t>çevirilər.Bu</a:t>
            </a:r>
            <a:r>
              <a:rPr lang="en-US" dirty="0"/>
              <a:t> </a:t>
            </a:r>
            <a:r>
              <a:rPr lang="en-US" dirty="0" err="1"/>
              <a:t>amplitut</a:t>
            </a:r>
            <a:r>
              <a:rPr lang="en-US" dirty="0"/>
              <a:t> </a:t>
            </a:r>
            <a:r>
              <a:rPr lang="en-US" dirty="0" err="1"/>
              <a:t>məlumatları</a:t>
            </a:r>
            <a:r>
              <a:rPr lang="en-US" dirty="0"/>
              <a:t> </a:t>
            </a:r>
            <a:r>
              <a:rPr lang="en-US" dirty="0" err="1"/>
              <a:t>rəng</a:t>
            </a:r>
            <a:r>
              <a:rPr lang="en-US" dirty="0"/>
              <a:t> </a:t>
            </a:r>
            <a:r>
              <a:rPr lang="en-US" dirty="0" err="1"/>
              <a:t>dərinliklərinə</a:t>
            </a:r>
            <a:r>
              <a:rPr lang="en-US" dirty="0"/>
              <a:t> </a:t>
            </a:r>
            <a:r>
              <a:rPr lang="en-US" dirty="0" err="1"/>
              <a:t>görə</a:t>
            </a:r>
            <a:r>
              <a:rPr lang="en-US" dirty="0"/>
              <a:t> </a:t>
            </a:r>
            <a:r>
              <a:rPr lang="en-US" dirty="0" err="1"/>
              <a:t>dəyişir.Məsələn</a:t>
            </a:r>
            <a:r>
              <a:rPr lang="en-US" dirty="0"/>
              <a:t> SVGA </a:t>
            </a:r>
            <a:r>
              <a:rPr lang="en-US" dirty="0" err="1"/>
              <a:t>bir</a:t>
            </a:r>
            <a:r>
              <a:rPr lang="en-US" dirty="0"/>
              <a:t> </a:t>
            </a:r>
            <a:r>
              <a:rPr lang="en-US" dirty="0" err="1"/>
              <a:t>ekran</a:t>
            </a:r>
            <a:r>
              <a:rPr lang="en-US" dirty="0"/>
              <a:t> </a:t>
            </a:r>
            <a:r>
              <a:rPr lang="en-US" dirty="0" err="1"/>
              <a:t>kartına</a:t>
            </a:r>
            <a:r>
              <a:rPr lang="en-US" dirty="0"/>
              <a:t> </a:t>
            </a:r>
            <a:r>
              <a:rPr lang="en-US" dirty="0" err="1"/>
              <a:t>hər</a:t>
            </a:r>
            <a:r>
              <a:rPr lang="en-US" dirty="0"/>
              <a:t> </a:t>
            </a:r>
            <a:r>
              <a:rPr lang="en-US" dirty="0" err="1"/>
              <a:t>piksel</a:t>
            </a:r>
            <a:r>
              <a:rPr lang="en-US" dirty="0"/>
              <a:t> </a:t>
            </a:r>
            <a:r>
              <a:rPr lang="en-US" dirty="0" err="1"/>
              <a:t>üçün</a:t>
            </a:r>
            <a:r>
              <a:rPr lang="en-US" dirty="0"/>
              <a:t> </a:t>
            </a:r>
            <a:r>
              <a:rPr lang="en-US" dirty="0" err="1"/>
              <a:t>təxminən</a:t>
            </a:r>
            <a:r>
              <a:rPr lang="en-US" dirty="0"/>
              <a:t> 16,8 </a:t>
            </a:r>
            <a:r>
              <a:rPr lang="en-US" dirty="0" err="1"/>
              <a:t>milyon</a:t>
            </a:r>
            <a:r>
              <a:rPr lang="en-US" dirty="0"/>
              <a:t> </a:t>
            </a:r>
            <a:r>
              <a:rPr lang="en-US" dirty="0" err="1"/>
              <a:t>rəng</a:t>
            </a:r>
            <a:r>
              <a:rPr lang="en-US" dirty="0"/>
              <a:t> </a:t>
            </a:r>
            <a:r>
              <a:rPr lang="en-US" dirty="0" err="1"/>
              <a:t>yazılar</a:t>
            </a:r>
            <a:r>
              <a:rPr lang="en-US" dirty="0" smtClean="0"/>
              <a:t>.</a:t>
            </a:r>
            <a:r>
              <a:rPr lang="az-Latn-AZ" dirty="0" smtClean="0"/>
              <a:t/>
            </a:r>
            <a:br>
              <a:rPr lang="az-Latn-AZ" dirty="0" smtClean="0"/>
            </a:br>
            <a:r>
              <a:rPr lang="az-Latn-AZ" dirty="0" smtClean="0"/>
              <a:t/>
            </a:r>
            <a:br>
              <a:rPr lang="az-Latn-AZ" dirty="0" smtClean="0"/>
            </a:br>
            <a:r>
              <a:rPr lang="en-US" dirty="0" err="1"/>
              <a:t>Monitorları</a:t>
            </a:r>
            <a:r>
              <a:rPr lang="en-US" dirty="0"/>
              <a:t> 1 </a:t>
            </a:r>
            <a:r>
              <a:rPr lang="en-US" dirty="0" err="1"/>
              <a:t>birindən</a:t>
            </a:r>
            <a:r>
              <a:rPr lang="en-US" dirty="0"/>
              <a:t> </a:t>
            </a:r>
            <a:r>
              <a:rPr lang="en-US" dirty="0" err="1"/>
              <a:t>fərqləndirən</a:t>
            </a:r>
            <a:r>
              <a:rPr lang="en-US" dirty="0"/>
              <a:t> </a:t>
            </a:r>
            <a:r>
              <a:rPr lang="en-US" dirty="0" err="1"/>
              <a:t>ən</a:t>
            </a:r>
            <a:r>
              <a:rPr lang="en-US" dirty="0"/>
              <a:t> </a:t>
            </a:r>
            <a:r>
              <a:rPr lang="en-US" dirty="0" err="1"/>
              <a:t>böyük</a:t>
            </a:r>
            <a:r>
              <a:rPr lang="en-US" dirty="0"/>
              <a:t> </a:t>
            </a:r>
            <a:r>
              <a:rPr lang="en-US" dirty="0" err="1"/>
              <a:t>cəhətlerden</a:t>
            </a:r>
            <a:r>
              <a:rPr lang="en-US" dirty="0"/>
              <a:t> </a:t>
            </a:r>
            <a:r>
              <a:rPr lang="en-US" dirty="0" err="1"/>
              <a:t>biri</a:t>
            </a:r>
            <a:r>
              <a:rPr lang="en-US" dirty="0"/>
              <a:t> de </a:t>
            </a:r>
            <a:r>
              <a:rPr lang="en-US" dirty="0" err="1"/>
              <a:t>kontrast</a:t>
            </a:r>
            <a:r>
              <a:rPr lang="en-US" dirty="0"/>
              <a:t> </a:t>
            </a:r>
            <a:r>
              <a:rPr lang="en-US" dirty="0" err="1"/>
              <a:t>seviyyesidir.Kontrast</a:t>
            </a:r>
            <a:r>
              <a:rPr lang="en-US" dirty="0"/>
              <a:t> </a:t>
            </a:r>
            <a:r>
              <a:rPr lang="en-US" dirty="0" err="1"/>
              <a:t>seviyyesi</a:t>
            </a:r>
            <a:r>
              <a:rPr lang="en-US" dirty="0"/>
              <a:t> </a:t>
            </a:r>
            <a:r>
              <a:rPr lang="en-US" dirty="0" err="1"/>
              <a:t>bir</a:t>
            </a:r>
            <a:r>
              <a:rPr lang="en-US" dirty="0"/>
              <a:t> </a:t>
            </a:r>
            <a:r>
              <a:rPr lang="en-US" dirty="0" err="1"/>
              <a:t>monitorun</a:t>
            </a:r>
            <a:r>
              <a:rPr lang="en-US" dirty="0"/>
              <a:t> </a:t>
            </a:r>
            <a:r>
              <a:rPr lang="en-US" dirty="0" err="1"/>
              <a:t>en</a:t>
            </a:r>
            <a:r>
              <a:rPr lang="en-US" dirty="0"/>
              <a:t> </a:t>
            </a:r>
            <a:r>
              <a:rPr lang="en-US" dirty="0" err="1"/>
              <a:t>parlaq</a:t>
            </a:r>
            <a:r>
              <a:rPr lang="en-US" dirty="0"/>
              <a:t> </a:t>
            </a:r>
            <a:r>
              <a:rPr lang="en-US" dirty="0" err="1"/>
              <a:t>beyazla</a:t>
            </a:r>
            <a:r>
              <a:rPr lang="en-US" dirty="0"/>
              <a:t> </a:t>
            </a:r>
            <a:r>
              <a:rPr lang="en-US" dirty="0" err="1"/>
              <a:t>en</a:t>
            </a:r>
            <a:r>
              <a:rPr lang="en-US" dirty="0"/>
              <a:t> </a:t>
            </a:r>
            <a:r>
              <a:rPr lang="en-US" dirty="0" err="1"/>
              <a:t>tund</a:t>
            </a:r>
            <a:r>
              <a:rPr lang="en-US" dirty="0"/>
              <a:t> </a:t>
            </a:r>
            <a:r>
              <a:rPr lang="en-US" dirty="0" err="1"/>
              <a:t>qara</a:t>
            </a:r>
            <a:r>
              <a:rPr lang="en-US" dirty="0"/>
              <a:t> </a:t>
            </a:r>
            <a:r>
              <a:rPr lang="en-US" dirty="0" err="1"/>
              <a:t>arasindaki</a:t>
            </a:r>
            <a:r>
              <a:rPr lang="en-US" dirty="0"/>
              <a:t> </a:t>
            </a:r>
            <a:r>
              <a:rPr lang="en-US" dirty="0" err="1"/>
              <a:t>ferqidir.Bu</a:t>
            </a:r>
            <a:r>
              <a:rPr lang="en-US" dirty="0"/>
              <a:t> </a:t>
            </a:r>
            <a:r>
              <a:rPr lang="en-US" dirty="0" err="1"/>
              <a:t>ferq</a:t>
            </a:r>
            <a:r>
              <a:rPr lang="en-US" dirty="0"/>
              <a:t> ne </a:t>
            </a:r>
            <a:r>
              <a:rPr lang="en-US" dirty="0" err="1"/>
              <a:t>qeder</a:t>
            </a:r>
            <a:r>
              <a:rPr lang="en-US" dirty="0"/>
              <a:t> </a:t>
            </a:r>
            <a:r>
              <a:rPr lang="en-US" dirty="0" err="1"/>
              <a:t>yuksek</a:t>
            </a:r>
            <a:r>
              <a:rPr lang="en-US" dirty="0"/>
              <a:t> </a:t>
            </a:r>
            <a:r>
              <a:rPr lang="en-US" dirty="0" err="1"/>
              <a:t>olarsa</a:t>
            </a:r>
            <a:r>
              <a:rPr lang="en-US" dirty="0"/>
              <a:t> o </a:t>
            </a:r>
            <a:r>
              <a:rPr lang="en-US" dirty="0" err="1"/>
              <a:t>qeder</a:t>
            </a:r>
            <a:r>
              <a:rPr lang="en-US" dirty="0"/>
              <a:t> </a:t>
            </a:r>
            <a:r>
              <a:rPr lang="en-US" dirty="0" err="1"/>
              <a:t>yaxsidir,daha</a:t>
            </a:r>
            <a:r>
              <a:rPr lang="en-US" dirty="0"/>
              <a:t> </a:t>
            </a:r>
            <a:r>
              <a:rPr lang="en-US" dirty="0" err="1"/>
              <a:t>tund</a:t>
            </a:r>
            <a:r>
              <a:rPr lang="en-US" dirty="0"/>
              <a:t> </a:t>
            </a:r>
            <a:r>
              <a:rPr lang="en-US" dirty="0" err="1"/>
              <a:t>qara</a:t>
            </a:r>
            <a:r>
              <a:rPr lang="en-US" dirty="0"/>
              <a:t> </a:t>
            </a:r>
            <a:r>
              <a:rPr lang="en-US" dirty="0" err="1"/>
              <a:t>reng</a:t>
            </a:r>
            <a:r>
              <a:rPr lang="en-US" dirty="0"/>
              <a:t> </a:t>
            </a:r>
            <a:r>
              <a:rPr lang="en-US" dirty="0" err="1"/>
              <a:t>ve</a:t>
            </a:r>
            <a:r>
              <a:rPr lang="en-US" dirty="0"/>
              <a:t> </a:t>
            </a:r>
            <a:r>
              <a:rPr lang="en-US" dirty="0" err="1"/>
              <a:t>daha</a:t>
            </a:r>
            <a:r>
              <a:rPr lang="en-US" dirty="0"/>
              <a:t> </a:t>
            </a:r>
            <a:r>
              <a:rPr lang="en-US" dirty="0" err="1"/>
              <a:t>parlaq</a:t>
            </a:r>
            <a:r>
              <a:rPr lang="en-US" dirty="0"/>
              <a:t> ag </a:t>
            </a:r>
            <a:r>
              <a:rPr lang="en-US" dirty="0" err="1"/>
              <a:t>reng</a:t>
            </a:r>
            <a:r>
              <a:rPr lang="en-US" dirty="0"/>
              <a:t> </a:t>
            </a:r>
            <a:r>
              <a:rPr lang="en-US" dirty="0" err="1"/>
              <a:t>gosterer</a:t>
            </a:r>
            <a:r>
              <a:rPr lang="en-US" dirty="0" smtClean="0"/>
              <a:t>.</a:t>
            </a:r>
            <a:r>
              <a:rPr lang="az-Latn-AZ" dirty="0" smtClean="0"/>
              <a:t/>
            </a:r>
            <a:br>
              <a:rPr lang="az-Latn-AZ" dirty="0" smtClean="0"/>
            </a:br>
            <a:r>
              <a:rPr lang="az-Latn-AZ" dirty="0" smtClean="0"/>
              <a:t/>
            </a:r>
            <a:br>
              <a:rPr lang="az-Latn-AZ" dirty="0" smtClean="0"/>
            </a:br>
            <a:r>
              <a:rPr lang="en-US" dirty="0" err="1"/>
              <a:t>Amerikanların</a:t>
            </a:r>
            <a:r>
              <a:rPr lang="en-US" dirty="0"/>
              <a:t> </a:t>
            </a:r>
            <a:r>
              <a:rPr lang="en-US" dirty="0" err="1"/>
              <a:t>ölçü</a:t>
            </a:r>
            <a:r>
              <a:rPr lang="en-US" dirty="0"/>
              <a:t> </a:t>
            </a:r>
            <a:r>
              <a:rPr lang="en-US" dirty="0" err="1"/>
              <a:t>növü</a:t>
            </a:r>
            <a:r>
              <a:rPr lang="en-US" dirty="0"/>
              <a:t> </a:t>
            </a:r>
            <a:r>
              <a:rPr lang="en-US" dirty="0" err="1"/>
              <a:t>olan</a:t>
            </a:r>
            <a:r>
              <a:rPr lang="en-US" dirty="0"/>
              <a:t> </a:t>
            </a:r>
            <a:r>
              <a:rPr lang="en-US" dirty="0" err="1"/>
              <a:t>inç</a:t>
            </a:r>
            <a:r>
              <a:rPr lang="en-US" dirty="0"/>
              <a:t> (</a:t>
            </a:r>
            <a:r>
              <a:rPr lang="en-US" dirty="0" err="1"/>
              <a:t>düyüm</a:t>
            </a:r>
            <a:r>
              <a:rPr lang="en-US" dirty="0"/>
              <a:t>) </a:t>
            </a:r>
            <a:r>
              <a:rPr lang="en-US" dirty="0" err="1"/>
              <a:t>ilə</a:t>
            </a:r>
            <a:r>
              <a:rPr lang="en-US" dirty="0"/>
              <a:t> </a:t>
            </a:r>
            <a:r>
              <a:rPr lang="en-US" dirty="0" err="1"/>
              <a:t>ifadə</a:t>
            </a:r>
            <a:r>
              <a:rPr lang="en-US" dirty="0"/>
              <a:t> </a:t>
            </a:r>
            <a:r>
              <a:rPr lang="en-US" dirty="0" err="1"/>
              <a:t>edilir.bir</a:t>
            </a:r>
            <a:r>
              <a:rPr lang="en-US" dirty="0"/>
              <a:t> </a:t>
            </a:r>
            <a:r>
              <a:rPr lang="en-US" dirty="0" err="1"/>
              <a:t>monitorun</a:t>
            </a:r>
            <a:r>
              <a:rPr lang="en-US" dirty="0"/>
              <a:t> </a:t>
            </a:r>
            <a:r>
              <a:rPr lang="en-US" dirty="0" err="1"/>
              <a:t>ölçüsü</a:t>
            </a:r>
            <a:r>
              <a:rPr lang="en-US" dirty="0"/>
              <a:t> sol alt </a:t>
            </a:r>
            <a:r>
              <a:rPr lang="en-US" dirty="0" err="1"/>
              <a:t>künclə</a:t>
            </a:r>
            <a:r>
              <a:rPr lang="en-US" dirty="0"/>
              <a:t> </a:t>
            </a:r>
            <a:r>
              <a:rPr lang="en-US" dirty="0" err="1"/>
              <a:t>sağ</a:t>
            </a:r>
            <a:r>
              <a:rPr lang="en-US" dirty="0"/>
              <a:t> </a:t>
            </a:r>
            <a:r>
              <a:rPr lang="en-US" dirty="0" err="1"/>
              <a:t>üst</a:t>
            </a:r>
            <a:r>
              <a:rPr lang="en-US" dirty="0"/>
              <a:t> </a:t>
            </a:r>
            <a:r>
              <a:rPr lang="en-US" dirty="0" err="1"/>
              <a:t>küncün</a:t>
            </a:r>
            <a:r>
              <a:rPr lang="en-US" dirty="0"/>
              <a:t> </a:t>
            </a:r>
            <a:r>
              <a:rPr lang="en-US" dirty="0" err="1"/>
              <a:t>arasındakı</a:t>
            </a:r>
            <a:r>
              <a:rPr lang="en-US" dirty="0"/>
              <a:t> </a:t>
            </a:r>
            <a:r>
              <a:rPr lang="en-US" dirty="0" err="1"/>
              <a:t>məsafə</a:t>
            </a:r>
            <a:r>
              <a:rPr lang="en-US" dirty="0"/>
              <a:t> </a:t>
            </a:r>
            <a:r>
              <a:rPr lang="en-US" dirty="0" err="1"/>
              <a:t>ilə</a:t>
            </a:r>
            <a:r>
              <a:rPr lang="en-US" dirty="0"/>
              <a:t> </a:t>
            </a:r>
            <a:r>
              <a:rPr lang="en-US" dirty="0" err="1"/>
              <a:t>ölçülür</a:t>
            </a:r>
            <a:r>
              <a:rPr lang="en-US" dirty="0"/>
              <a:t>.</a:t>
            </a:r>
            <a:br>
              <a:rPr lang="en-US" dirty="0"/>
            </a:br>
            <a:r>
              <a:rPr lang="en-US" dirty="0"/>
              <a:t>1 </a:t>
            </a:r>
            <a:r>
              <a:rPr lang="en-US" dirty="0" err="1"/>
              <a:t>inç</a:t>
            </a:r>
            <a:r>
              <a:rPr lang="en-US" dirty="0"/>
              <a:t>=2,54 </a:t>
            </a:r>
            <a:r>
              <a:rPr lang="en-US" dirty="0" err="1"/>
              <a:t>sm</a:t>
            </a:r>
            <a:r>
              <a:rPr lang="en-US" dirty="0"/>
              <a:t/>
            </a:r>
            <a:br>
              <a:rPr lang="en-US" dirty="0"/>
            </a:br>
            <a:endParaRPr lang="az-Latn-AZ"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20" y="1230923"/>
            <a:ext cx="5106572" cy="5106572"/>
          </a:xfrm>
          <a:prstGeom prst="rect">
            <a:avLst/>
          </a:prstGeom>
        </p:spPr>
      </p:pic>
    </p:spTree>
    <p:extLst>
      <p:ext uri="{BB962C8B-B14F-4D97-AF65-F5344CB8AC3E}">
        <p14:creationId xmlns:p14="http://schemas.microsoft.com/office/powerpoint/2010/main" val="2187145977"/>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kLAVİATURA</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243442" y="909522"/>
            <a:ext cx="6858000" cy="58007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err="1" smtClean="0"/>
              <a:t>Klaviatura</a:t>
            </a:r>
            <a:r>
              <a:rPr lang="en-US" dirty="0" smtClean="0"/>
              <a:t> (</a:t>
            </a:r>
            <a:r>
              <a:rPr lang="en-US" dirty="0" err="1" smtClean="0"/>
              <a:t>ingiliscə</a:t>
            </a:r>
            <a:r>
              <a:rPr lang="en-US" dirty="0" smtClean="0"/>
              <a:t>: Keyboard) — </a:t>
            </a:r>
            <a:r>
              <a:rPr lang="en-US" dirty="0" err="1" smtClean="0"/>
              <a:t>informasiyanın</a:t>
            </a:r>
            <a:r>
              <a:rPr lang="en-US" dirty="0" smtClean="0"/>
              <a:t> </a:t>
            </a:r>
            <a:r>
              <a:rPr lang="en-US" dirty="0" err="1" smtClean="0"/>
              <a:t>kompüterə</a:t>
            </a:r>
            <a:r>
              <a:rPr lang="en-US" dirty="0" smtClean="0"/>
              <a:t> </a:t>
            </a:r>
            <a:r>
              <a:rPr lang="en-US" dirty="0" err="1" smtClean="0"/>
              <a:t>daxil</a:t>
            </a:r>
            <a:r>
              <a:rPr lang="en-US" dirty="0" smtClean="0"/>
              <a:t> </a:t>
            </a:r>
            <a:r>
              <a:rPr lang="en-US" dirty="0" err="1" smtClean="0"/>
              <a:t>edilməsi</a:t>
            </a:r>
            <a:r>
              <a:rPr lang="en-US" dirty="0" smtClean="0"/>
              <a:t> </a:t>
            </a:r>
            <a:r>
              <a:rPr lang="en-US" dirty="0" err="1" smtClean="0"/>
              <a:t>və</a:t>
            </a:r>
            <a:r>
              <a:rPr lang="en-US" dirty="0" smtClean="0"/>
              <a:t> </a:t>
            </a:r>
            <a:r>
              <a:rPr lang="en-US" dirty="0" err="1" smtClean="0"/>
              <a:t>kompüterin</a:t>
            </a:r>
            <a:r>
              <a:rPr lang="en-US" dirty="0" smtClean="0"/>
              <a:t> </a:t>
            </a:r>
            <a:r>
              <a:rPr lang="en-US" dirty="0" err="1" smtClean="0"/>
              <a:t>işinin</a:t>
            </a:r>
            <a:r>
              <a:rPr lang="en-US" dirty="0" smtClean="0"/>
              <a:t> </a:t>
            </a:r>
            <a:r>
              <a:rPr lang="en-US" dirty="0" err="1" smtClean="0"/>
              <a:t>idarə</a:t>
            </a:r>
            <a:r>
              <a:rPr lang="en-US" dirty="0" smtClean="0"/>
              <a:t> </a:t>
            </a:r>
            <a:r>
              <a:rPr lang="en-US" dirty="0" err="1" smtClean="0"/>
              <a:t>edilməsi</a:t>
            </a:r>
            <a:r>
              <a:rPr lang="en-US" dirty="0" smtClean="0"/>
              <a:t> </a:t>
            </a:r>
            <a:r>
              <a:rPr lang="en-US" dirty="0" err="1" smtClean="0"/>
              <a:t>üçün</a:t>
            </a:r>
            <a:r>
              <a:rPr lang="en-US" dirty="0" smtClean="0"/>
              <a:t> </a:t>
            </a:r>
            <a:r>
              <a:rPr lang="en-US" dirty="0" err="1" smtClean="0"/>
              <a:t>nəzərdə</a:t>
            </a:r>
            <a:r>
              <a:rPr lang="en-US" dirty="0" smtClean="0"/>
              <a:t> </a:t>
            </a:r>
            <a:r>
              <a:rPr lang="en-US" dirty="0" err="1" smtClean="0"/>
              <a:t>tutulmuş</a:t>
            </a:r>
            <a:r>
              <a:rPr lang="en-US" dirty="0" smtClean="0"/>
              <a:t> </a:t>
            </a:r>
            <a:r>
              <a:rPr lang="en-US" dirty="0" err="1" smtClean="0"/>
              <a:t>qurğu</a:t>
            </a:r>
            <a:r>
              <a:rPr lang="en-US" dirty="0" smtClean="0"/>
              <a:t>. </a:t>
            </a:r>
            <a:r>
              <a:rPr lang="en-US" dirty="0" err="1" smtClean="0"/>
              <a:t>Kompüter</a:t>
            </a:r>
            <a:r>
              <a:rPr lang="en-US" dirty="0" smtClean="0"/>
              <a:t> </a:t>
            </a:r>
            <a:r>
              <a:rPr lang="en-US" dirty="0" err="1" smtClean="0"/>
              <a:t>sisteminin</a:t>
            </a:r>
            <a:r>
              <a:rPr lang="en-US" dirty="0" smtClean="0"/>
              <a:t> </a:t>
            </a:r>
            <a:r>
              <a:rPr lang="en-US" dirty="0" err="1" smtClean="0"/>
              <a:t>əsas</a:t>
            </a:r>
            <a:r>
              <a:rPr lang="en-US" dirty="0" smtClean="0"/>
              <a:t> </a:t>
            </a:r>
            <a:r>
              <a:rPr lang="en-US" dirty="0" err="1" smtClean="0"/>
              <a:t>qurğularından</a:t>
            </a:r>
            <a:r>
              <a:rPr lang="en-US" dirty="0" smtClean="0"/>
              <a:t> </a:t>
            </a:r>
            <a:r>
              <a:rPr lang="en-US" dirty="0" err="1" smtClean="0"/>
              <a:t>biri</a:t>
            </a:r>
            <a:r>
              <a:rPr lang="en-US" dirty="0" smtClean="0"/>
              <a:t>. </a:t>
            </a:r>
            <a:r>
              <a:rPr lang="en-US" dirty="0" err="1" smtClean="0"/>
              <a:t>Klaviatura</a:t>
            </a:r>
            <a:r>
              <a:rPr lang="en-US" dirty="0" smtClean="0"/>
              <a:t>, </a:t>
            </a:r>
            <a:r>
              <a:rPr lang="en-US" dirty="0" err="1" smtClean="0"/>
              <a:t>yazı</a:t>
            </a:r>
            <a:r>
              <a:rPr lang="en-US" dirty="0" smtClean="0"/>
              <a:t> </a:t>
            </a:r>
            <a:r>
              <a:rPr lang="en-US" dirty="0" err="1" smtClean="0"/>
              <a:t>makinasında</a:t>
            </a:r>
            <a:r>
              <a:rPr lang="en-US" dirty="0" smtClean="0"/>
              <a:t> </a:t>
            </a:r>
            <a:r>
              <a:rPr lang="en-US" dirty="0" err="1" smtClean="0"/>
              <a:t>olduğu</a:t>
            </a:r>
            <a:r>
              <a:rPr lang="en-US" dirty="0" smtClean="0"/>
              <a:t> </a:t>
            </a:r>
            <a:r>
              <a:rPr lang="en-US" dirty="0" err="1" smtClean="0"/>
              <a:t>kimi</a:t>
            </a:r>
            <a:r>
              <a:rPr lang="en-US" dirty="0" smtClean="0"/>
              <a:t>, </a:t>
            </a:r>
            <a:r>
              <a:rPr lang="en-US" dirty="0" err="1" smtClean="0"/>
              <a:t>yalnız</a:t>
            </a:r>
            <a:r>
              <a:rPr lang="en-US" dirty="0" smtClean="0"/>
              <a:t> </a:t>
            </a:r>
            <a:r>
              <a:rPr lang="en-US" dirty="0" err="1" smtClean="0"/>
              <a:t>giriş</a:t>
            </a:r>
            <a:r>
              <a:rPr lang="en-US" dirty="0" smtClean="0"/>
              <a:t> </a:t>
            </a:r>
            <a:r>
              <a:rPr lang="en-US" dirty="0" err="1" smtClean="0"/>
              <a:t>qurğusudur</a:t>
            </a:r>
            <a:r>
              <a:rPr lang="en-US" dirty="0" smtClean="0"/>
              <a:t>, </a:t>
            </a:r>
            <a:r>
              <a:rPr lang="en-US" dirty="0" err="1" smtClean="0"/>
              <a:t>çünki</a:t>
            </a:r>
            <a:r>
              <a:rPr lang="en-US" dirty="0" smtClean="0"/>
              <a:t> </a:t>
            </a:r>
            <a:r>
              <a:rPr lang="en-US" dirty="0" err="1" smtClean="0"/>
              <a:t>informasiya</a:t>
            </a:r>
            <a:r>
              <a:rPr lang="en-US" dirty="0" smtClean="0"/>
              <a:t> </a:t>
            </a:r>
            <a:r>
              <a:rPr lang="en-US" dirty="0" err="1" smtClean="0"/>
              <a:t>axını</a:t>
            </a:r>
            <a:r>
              <a:rPr lang="en-US" dirty="0" smtClean="0"/>
              <a:t> </a:t>
            </a:r>
            <a:r>
              <a:rPr lang="en-US" dirty="0" err="1" smtClean="0"/>
              <a:t>ondan</a:t>
            </a:r>
            <a:r>
              <a:rPr lang="en-US" dirty="0" smtClean="0"/>
              <a:t> </a:t>
            </a:r>
            <a:r>
              <a:rPr lang="en-US" dirty="0" err="1" smtClean="0"/>
              <a:t>bir</a:t>
            </a:r>
            <a:r>
              <a:rPr lang="en-US" dirty="0" smtClean="0"/>
              <a:t> </a:t>
            </a:r>
            <a:r>
              <a:rPr lang="en-US" dirty="0" err="1" smtClean="0"/>
              <a:t>istiqamətə</a:t>
            </a:r>
            <a:r>
              <a:rPr lang="en-US" dirty="0" smtClean="0"/>
              <a:t> – </a:t>
            </a:r>
            <a:r>
              <a:rPr lang="en-US" dirty="0" err="1" smtClean="0"/>
              <a:t>klaviaturadan</a:t>
            </a:r>
            <a:r>
              <a:rPr lang="en-US" dirty="0" smtClean="0"/>
              <a:t> </a:t>
            </a:r>
            <a:r>
              <a:rPr lang="en-US" dirty="0" err="1" smtClean="0"/>
              <a:t>kompüterə</a:t>
            </a:r>
            <a:r>
              <a:rPr lang="en-US" dirty="0" smtClean="0"/>
              <a:t> </a:t>
            </a:r>
            <a:r>
              <a:rPr lang="en-US" dirty="0" err="1" smtClean="0"/>
              <a:t>doğru</a:t>
            </a:r>
            <a:r>
              <a:rPr lang="en-US" dirty="0" smtClean="0"/>
              <a:t> </a:t>
            </a:r>
            <a:r>
              <a:rPr lang="en-US" dirty="0" err="1" smtClean="0"/>
              <a:t>hərəkət</a:t>
            </a:r>
            <a:r>
              <a:rPr lang="en-US" dirty="0" smtClean="0"/>
              <a:t> </a:t>
            </a:r>
            <a:r>
              <a:rPr lang="en-US" dirty="0" err="1" smtClean="0"/>
              <a:t>edir</a:t>
            </a:r>
            <a:r>
              <a:rPr lang="en-US" dirty="0" smtClean="0"/>
              <a:t>. </a:t>
            </a:r>
            <a:r>
              <a:rPr lang="en-US" dirty="0" err="1" smtClean="0"/>
              <a:t>Mikrokompüterlərdən</a:t>
            </a:r>
            <a:r>
              <a:rPr lang="en-US" dirty="0" smtClean="0"/>
              <a:t> </a:t>
            </a:r>
            <a:r>
              <a:rPr lang="en-US" dirty="0" err="1" smtClean="0"/>
              <a:t>qabaq</a:t>
            </a:r>
            <a:r>
              <a:rPr lang="en-US" dirty="0" smtClean="0"/>
              <a:t> </a:t>
            </a:r>
            <a:r>
              <a:rPr lang="en-US" dirty="0" err="1" smtClean="0"/>
              <a:t>yaranmış</a:t>
            </a:r>
            <a:r>
              <a:rPr lang="en-US" dirty="0" smtClean="0"/>
              <a:t> </a:t>
            </a:r>
            <a:r>
              <a:rPr lang="en-US" dirty="0" err="1" smtClean="0"/>
              <a:t>minikompüterlər</a:t>
            </a:r>
            <a:r>
              <a:rPr lang="en-US" dirty="0" smtClean="0"/>
              <a:t> </a:t>
            </a:r>
            <a:r>
              <a:rPr lang="en-US" dirty="0" err="1" smtClean="0"/>
              <a:t>və</a:t>
            </a:r>
            <a:r>
              <a:rPr lang="en-US" dirty="0" smtClean="0"/>
              <a:t> </a:t>
            </a:r>
            <a:r>
              <a:rPr lang="en-US" dirty="0" err="1" smtClean="0"/>
              <a:t>meynfreymlərdən</a:t>
            </a:r>
            <a:r>
              <a:rPr lang="en-US" dirty="0" smtClean="0"/>
              <a:t> </a:t>
            </a:r>
            <a:r>
              <a:rPr lang="en-US" dirty="0" err="1" smtClean="0"/>
              <a:t>başlanaraq</a:t>
            </a:r>
            <a:r>
              <a:rPr lang="en-US" dirty="0" smtClean="0"/>
              <a:t> </a:t>
            </a:r>
            <a:r>
              <a:rPr lang="en-US" dirty="0" err="1" smtClean="0"/>
              <a:t>klaviatura</a:t>
            </a:r>
            <a:r>
              <a:rPr lang="en-US" dirty="0" smtClean="0"/>
              <a:t> </a:t>
            </a:r>
            <a:r>
              <a:rPr lang="en-US" dirty="0" err="1" smtClean="0"/>
              <a:t>və</a:t>
            </a:r>
            <a:r>
              <a:rPr lang="en-US" dirty="0" smtClean="0"/>
              <a:t> </a:t>
            </a:r>
            <a:r>
              <a:rPr lang="en-US" dirty="0" err="1" smtClean="0"/>
              <a:t>displeyin</a:t>
            </a:r>
            <a:r>
              <a:rPr lang="en-US" dirty="0" smtClean="0"/>
              <a:t> </a:t>
            </a:r>
            <a:r>
              <a:rPr lang="en-US" dirty="0" err="1" smtClean="0"/>
              <a:t>kombinasiyasına</a:t>
            </a:r>
            <a:r>
              <a:rPr lang="en-US" dirty="0" smtClean="0"/>
              <a:t> </a:t>
            </a:r>
            <a:r>
              <a:rPr lang="en-US" dirty="0" err="1" smtClean="0"/>
              <a:t>kompüterin</a:t>
            </a:r>
            <a:r>
              <a:rPr lang="en-US" dirty="0" smtClean="0"/>
              <a:t> </a:t>
            </a:r>
            <a:r>
              <a:rPr lang="en-US" dirty="0" err="1" smtClean="0"/>
              <a:t>konsolu</a:t>
            </a:r>
            <a:r>
              <a:rPr lang="en-US" dirty="0" smtClean="0"/>
              <a:t> (CONSOLE) </a:t>
            </a:r>
            <a:r>
              <a:rPr lang="en-US" dirty="0" err="1" smtClean="0"/>
              <a:t>deyilib</a:t>
            </a:r>
            <a:r>
              <a:rPr lang="en-US" dirty="0" smtClean="0"/>
              <a:t>. CON </a:t>
            </a:r>
            <a:r>
              <a:rPr lang="en-US" dirty="0" err="1" smtClean="0"/>
              <a:t>adı</a:t>
            </a:r>
            <a:r>
              <a:rPr lang="en-US" dirty="0" smtClean="0"/>
              <a:t> (</a:t>
            </a:r>
            <a:r>
              <a:rPr lang="en-US" dirty="0" err="1" smtClean="0"/>
              <a:t>işarəsi</a:t>
            </a:r>
            <a:r>
              <a:rPr lang="en-US" dirty="0" smtClean="0"/>
              <a:t>) MS-DOS </a:t>
            </a:r>
            <a:r>
              <a:rPr lang="en-US" dirty="0" err="1" smtClean="0"/>
              <a:t>əməliyyat</a:t>
            </a:r>
            <a:r>
              <a:rPr lang="en-US" dirty="0" smtClean="0"/>
              <a:t> </a:t>
            </a:r>
            <a:r>
              <a:rPr lang="en-US" dirty="0" err="1" smtClean="0"/>
              <a:t>sisteminin</a:t>
            </a:r>
            <a:r>
              <a:rPr lang="en-US" dirty="0" smtClean="0"/>
              <a:t> </a:t>
            </a:r>
            <a:r>
              <a:rPr lang="en-US" dirty="0" err="1" smtClean="0"/>
              <a:t>sintaksisində</a:t>
            </a:r>
            <a:r>
              <a:rPr lang="en-US" dirty="0" smtClean="0"/>
              <a:t> </a:t>
            </a:r>
            <a:r>
              <a:rPr lang="en-US" dirty="0" err="1" smtClean="0"/>
              <a:t>mövcuddur</a:t>
            </a:r>
            <a:r>
              <a:rPr lang="en-US" dirty="0" smtClean="0"/>
              <a:t>, </a:t>
            </a:r>
            <a:r>
              <a:rPr lang="en-US" dirty="0" err="1" smtClean="0"/>
              <a:t>məsələn</a:t>
            </a:r>
            <a:r>
              <a:rPr lang="en-US" dirty="0" smtClean="0"/>
              <a:t>, </a:t>
            </a:r>
            <a:r>
              <a:rPr lang="en-US" dirty="0" err="1" smtClean="0"/>
              <a:t>bu</a:t>
            </a:r>
            <a:r>
              <a:rPr lang="en-US" dirty="0" smtClean="0"/>
              <a:t> </a:t>
            </a:r>
            <a:r>
              <a:rPr lang="en-US" dirty="0" err="1" smtClean="0"/>
              <a:t>qurğulardan</a:t>
            </a:r>
            <a:r>
              <a:rPr lang="en-US" dirty="0" smtClean="0"/>
              <a:t> </a:t>
            </a:r>
            <a:r>
              <a:rPr lang="en-US" dirty="0" err="1" smtClean="0"/>
              <a:t>hər</a:t>
            </a:r>
            <a:r>
              <a:rPr lang="en-US" dirty="0" smtClean="0"/>
              <a:t> </a:t>
            </a:r>
            <a:r>
              <a:rPr lang="en-US" dirty="0" err="1" smtClean="0"/>
              <a:t>hansı</a:t>
            </a:r>
            <a:r>
              <a:rPr lang="en-US" dirty="0" smtClean="0"/>
              <a:t> </a:t>
            </a:r>
            <a:r>
              <a:rPr lang="en-US" dirty="0" err="1" smtClean="0"/>
              <a:t>birinə</a:t>
            </a:r>
            <a:r>
              <a:rPr lang="en-US" dirty="0" smtClean="0"/>
              <a:t> </a:t>
            </a:r>
            <a:r>
              <a:rPr lang="en-US" dirty="0" err="1" smtClean="0"/>
              <a:t>və</a:t>
            </a:r>
            <a:r>
              <a:rPr lang="en-US" dirty="0" smtClean="0"/>
              <a:t> </a:t>
            </a:r>
            <a:r>
              <a:rPr lang="en-US" dirty="0" err="1" smtClean="0"/>
              <a:t>ya</a:t>
            </a:r>
            <a:r>
              <a:rPr lang="en-US" dirty="0" smtClean="0"/>
              <a:t> </a:t>
            </a:r>
            <a:r>
              <a:rPr lang="en-US" dirty="0" err="1" smtClean="0"/>
              <a:t>hər</a:t>
            </a:r>
            <a:r>
              <a:rPr lang="en-US" dirty="0" smtClean="0"/>
              <a:t> </a:t>
            </a:r>
            <a:r>
              <a:rPr lang="en-US" dirty="0" err="1" smtClean="0"/>
              <a:t>ikisinə</a:t>
            </a:r>
            <a:r>
              <a:rPr lang="en-US" dirty="0" smtClean="0"/>
              <a:t> </a:t>
            </a:r>
            <a:r>
              <a:rPr lang="en-US" dirty="0" err="1" smtClean="0"/>
              <a:t>müraciət</a:t>
            </a:r>
            <a:r>
              <a:rPr lang="en-US" dirty="0" smtClean="0"/>
              <a:t> </a:t>
            </a:r>
            <a:r>
              <a:rPr lang="en-US" dirty="0" err="1" smtClean="0"/>
              <a:t>etmək</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edilir</a:t>
            </a:r>
            <a:r>
              <a:rPr lang="en-US" dirty="0" smtClean="0"/>
              <a:t>. </a:t>
            </a:r>
            <a:r>
              <a:rPr lang="az-Latn-AZ" dirty="0" smtClean="0"/>
              <a:t/>
            </a:r>
            <a:br>
              <a:rPr lang="az-Latn-AZ" dirty="0" smtClean="0"/>
            </a:br>
            <a:r>
              <a:rPr lang="az-Latn-AZ" dirty="0" smtClean="0"/>
              <a:t/>
            </a:r>
            <a:br>
              <a:rPr lang="az-Latn-AZ" dirty="0" smtClean="0"/>
            </a:br>
            <a:r>
              <a:rPr lang="en-US" dirty="0" err="1" smtClean="0"/>
              <a:t>Kompüter</a:t>
            </a:r>
            <a:r>
              <a:rPr lang="en-US" dirty="0" smtClean="0"/>
              <a:t> </a:t>
            </a:r>
            <a:r>
              <a:rPr lang="en-US" dirty="0" err="1" smtClean="0"/>
              <a:t>klaviaturalarının</a:t>
            </a:r>
            <a:r>
              <a:rPr lang="en-US" dirty="0" smtClean="0"/>
              <a:t> </a:t>
            </a:r>
            <a:r>
              <a:rPr lang="en-US" dirty="0" err="1" smtClean="0"/>
              <a:t>hamısında</a:t>
            </a:r>
            <a:r>
              <a:rPr lang="en-US" dirty="0" smtClean="0"/>
              <a:t> </a:t>
            </a:r>
            <a:r>
              <a:rPr lang="en-US" dirty="0" err="1" smtClean="0"/>
              <a:t>çap</a:t>
            </a:r>
            <a:r>
              <a:rPr lang="en-US" dirty="0" smtClean="0"/>
              <a:t> </a:t>
            </a:r>
            <a:r>
              <a:rPr lang="en-US" dirty="0" err="1" smtClean="0"/>
              <a:t>simvollarının</a:t>
            </a:r>
            <a:r>
              <a:rPr lang="en-US" dirty="0" smtClean="0"/>
              <a:t> </a:t>
            </a:r>
            <a:r>
              <a:rPr lang="en-US" dirty="0" err="1" smtClean="0"/>
              <a:t>standart</a:t>
            </a:r>
            <a:r>
              <a:rPr lang="en-US" dirty="0" smtClean="0"/>
              <a:t> </a:t>
            </a:r>
            <a:r>
              <a:rPr lang="en-US" dirty="0" err="1" smtClean="0"/>
              <a:t>yığını</a:t>
            </a:r>
            <a:r>
              <a:rPr lang="en-US" dirty="0" smtClean="0"/>
              <a:t> </a:t>
            </a:r>
            <a:r>
              <a:rPr lang="en-US" dirty="0" err="1" smtClean="0"/>
              <a:t>olur</a:t>
            </a:r>
            <a:r>
              <a:rPr lang="en-US" dirty="0" smtClean="0"/>
              <a:t> </a:t>
            </a:r>
            <a:r>
              <a:rPr lang="en-US" dirty="0" err="1" smtClean="0"/>
              <a:t>və</a:t>
            </a:r>
            <a:r>
              <a:rPr lang="en-US" dirty="0" smtClean="0"/>
              <a:t> </a:t>
            </a:r>
            <a:r>
              <a:rPr lang="en-US" dirty="0" err="1" smtClean="0"/>
              <a:t>onlar</a:t>
            </a:r>
            <a:r>
              <a:rPr lang="en-US" dirty="0" smtClean="0"/>
              <a:t> </a:t>
            </a:r>
            <a:r>
              <a:rPr lang="en-US" dirty="0" err="1" smtClean="0"/>
              <a:t>şərti</a:t>
            </a:r>
            <a:r>
              <a:rPr lang="en-US" dirty="0" smtClean="0"/>
              <a:t> </a:t>
            </a:r>
            <a:r>
              <a:rPr lang="en-US" dirty="0" err="1" smtClean="0"/>
              <a:t>olaraq</a:t>
            </a:r>
            <a:r>
              <a:rPr lang="en-US" dirty="0" smtClean="0"/>
              <a:t> QWERTY (</a:t>
            </a:r>
            <a:r>
              <a:rPr lang="en-US" dirty="0" err="1" smtClean="0"/>
              <a:t>klavişlərin</a:t>
            </a:r>
            <a:r>
              <a:rPr lang="en-US" dirty="0" smtClean="0"/>
              <a:t> </a:t>
            </a:r>
            <a:r>
              <a:rPr lang="en-US" dirty="0" err="1" smtClean="0"/>
              <a:t>yuxarı</a:t>
            </a:r>
            <a:r>
              <a:rPr lang="en-US" dirty="0" smtClean="0"/>
              <a:t> </a:t>
            </a:r>
            <a:r>
              <a:rPr lang="en-US" dirty="0" err="1" smtClean="0"/>
              <a:t>sətrində</a:t>
            </a:r>
            <a:r>
              <a:rPr lang="en-US" dirty="0" smtClean="0"/>
              <a:t> </a:t>
            </a:r>
            <a:r>
              <a:rPr lang="en-US" dirty="0" err="1" smtClean="0"/>
              <a:t>soldakı</a:t>
            </a:r>
            <a:r>
              <a:rPr lang="en-US" dirty="0" smtClean="0"/>
              <a:t> </a:t>
            </a:r>
            <a:r>
              <a:rPr lang="en-US" dirty="0" err="1" smtClean="0"/>
              <a:t>hərflərə</a:t>
            </a:r>
            <a:r>
              <a:rPr lang="en-US" dirty="0" smtClean="0"/>
              <a:t> </a:t>
            </a:r>
            <a:r>
              <a:rPr lang="en-US" dirty="0" err="1" smtClean="0"/>
              <a:t>görə</a:t>
            </a:r>
            <a:r>
              <a:rPr lang="en-US" dirty="0" smtClean="0"/>
              <a:t>) </a:t>
            </a:r>
            <a:r>
              <a:rPr lang="en-US" dirty="0" err="1" smtClean="0"/>
              <a:t>adlandırılan</a:t>
            </a:r>
            <a:r>
              <a:rPr lang="en-US" dirty="0" smtClean="0"/>
              <a:t> </a:t>
            </a:r>
            <a:r>
              <a:rPr lang="en-US" dirty="0" err="1" smtClean="0"/>
              <a:t>ardıcıllıqla</a:t>
            </a:r>
            <a:r>
              <a:rPr lang="en-US" dirty="0" smtClean="0"/>
              <a:t> </a:t>
            </a:r>
            <a:r>
              <a:rPr lang="en-US" dirty="0" err="1" smtClean="0"/>
              <a:t>yerləşir</a:t>
            </a:r>
            <a:r>
              <a:rPr lang="en-US" dirty="0" smtClean="0"/>
              <a:t> (</a:t>
            </a:r>
            <a:r>
              <a:rPr lang="en-US" dirty="0" err="1" smtClean="0"/>
              <a:t>yazı</a:t>
            </a:r>
            <a:r>
              <a:rPr lang="en-US" dirty="0" smtClean="0"/>
              <a:t> </a:t>
            </a:r>
            <a:r>
              <a:rPr lang="en-US" dirty="0" err="1" smtClean="0"/>
              <a:t>makinalarının</a:t>
            </a:r>
            <a:r>
              <a:rPr lang="en-US" dirty="0" smtClean="0"/>
              <a:t> </a:t>
            </a:r>
            <a:r>
              <a:rPr lang="en-US" dirty="0" err="1" smtClean="0"/>
              <a:t>əksəriyyətində</a:t>
            </a:r>
            <a:r>
              <a:rPr lang="en-US" dirty="0" smtClean="0"/>
              <a:t> </a:t>
            </a:r>
            <a:r>
              <a:rPr lang="en-US" dirty="0" err="1" smtClean="0"/>
              <a:t>olduğu</a:t>
            </a:r>
            <a:r>
              <a:rPr lang="en-US" dirty="0" smtClean="0"/>
              <a:t> </a:t>
            </a:r>
            <a:r>
              <a:rPr lang="en-US" dirty="0" err="1" smtClean="0"/>
              <a:t>kimi</a:t>
            </a:r>
            <a:r>
              <a:rPr lang="en-US" dirty="0" smtClean="0"/>
              <a:t>). </a:t>
            </a:r>
            <a:r>
              <a:rPr lang="en-US" dirty="0" err="1" smtClean="0"/>
              <a:t>Klaviaturaların</a:t>
            </a:r>
            <a:r>
              <a:rPr lang="en-US" dirty="0" smtClean="0"/>
              <a:t> </a:t>
            </a:r>
            <a:r>
              <a:rPr lang="en-US" dirty="0" err="1" smtClean="0"/>
              <a:t>əksəriyyətində</a:t>
            </a:r>
            <a:r>
              <a:rPr lang="en-US" dirty="0" smtClean="0"/>
              <a:t> </a:t>
            </a:r>
            <a:r>
              <a:rPr lang="en-US" dirty="0" err="1" smtClean="0"/>
              <a:t>kalkulyatora</a:t>
            </a:r>
            <a:r>
              <a:rPr lang="en-US" dirty="0" smtClean="0"/>
              <a:t> </a:t>
            </a:r>
            <a:r>
              <a:rPr lang="en-US" dirty="0" err="1" smtClean="0"/>
              <a:t>bənzər</a:t>
            </a:r>
            <a:r>
              <a:rPr lang="en-US" dirty="0" smtClean="0"/>
              <a:t> </a:t>
            </a:r>
            <a:r>
              <a:rPr lang="en-US" dirty="0" err="1" smtClean="0"/>
              <a:t>yardımçı</a:t>
            </a:r>
            <a:r>
              <a:rPr lang="en-US" dirty="0" smtClean="0"/>
              <a:t> </a:t>
            </a:r>
            <a:r>
              <a:rPr lang="en-US" dirty="0" err="1" smtClean="0"/>
              <a:t>rəqəm</a:t>
            </a:r>
            <a:r>
              <a:rPr lang="en-US" dirty="0" smtClean="0"/>
              <a:t> </a:t>
            </a:r>
            <a:r>
              <a:rPr lang="en-US" dirty="0" err="1" smtClean="0"/>
              <a:t>klaviaturası</a:t>
            </a:r>
            <a:r>
              <a:rPr lang="en-US" dirty="0" smtClean="0"/>
              <a:t> da </a:t>
            </a:r>
            <a:r>
              <a:rPr lang="en-US" dirty="0" err="1" smtClean="0"/>
              <a:t>olur</a:t>
            </a:r>
            <a:r>
              <a:rPr lang="en-US" dirty="0" smtClean="0"/>
              <a:t>. </a:t>
            </a:r>
            <a:r>
              <a:rPr lang="en-US" dirty="0" err="1" smtClean="0"/>
              <a:t>Klaviaturaların</a:t>
            </a:r>
            <a:r>
              <a:rPr lang="en-US" dirty="0" smtClean="0"/>
              <a:t> </a:t>
            </a:r>
            <a:r>
              <a:rPr lang="en-US" dirty="0" err="1" smtClean="0"/>
              <a:t>hamısında</a:t>
            </a:r>
            <a:r>
              <a:rPr lang="en-US" dirty="0" smtClean="0"/>
              <a:t> </a:t>
            </a:r>
            <a:r>
              <a:rPr lang="en-US" dirty="0" err="1" smtClean="0"/>
              <a:t>bir</a:t>
            </a:r>
            <a:r>
              <a:rPr lang="en-US" dirty="0" smtClean="0"/>
              <a:t> </a:t>
            </a:r>
            <a:r>
              <a:rPr lang="en-US" dirty="0" err="1" smtClean="0"/>
              <a:t>sıra</a:t>
            </a:r>
            <a:r>
              <a:rPr lang="en-US" dirty="0" smtClean="0"/>
              <a:t> </a:t>
            </a:r>
            <a:r>
              <a:rPr lang="en-US" dirty="0" err="1" smtClean="0"/>
              <a:t>xüsusi</a:t>
            </a:r>
            <a:r>
              <a:rPr lang="en-US" dirty="0" smtClean="0"/>
              <a:t> </a:t>
            </a:r>
            <a:r>
              <a:rPr lang="en-US" dirty="0" err="1" smtClean="0"/>
              <a:t>klavişlər</a:t>
            </a:r>
            <a:r>
              <a:rPr lang="en-US" dirty="0" smtClean="0"/>
              <a:t> CTRL, ALT </a:t>
            </a:r>
            <a:r>
              <a:rPr lang="en-US" dirty="0" err="1" smtClean="0"/>
              <a:t>və</a:t>
            </a:r>
            <a:r>
              <a:rPr lang="en-US" dirty="0" smtClean="0"/>
              <a:t> SHIFT, Apple Macintosh </a:t>
            </a:r>
            <a:r>
              <a:rPr lang="en-US" dirty="0" err="1" smtClean="0"/>
              <a:t>klaviaturalarında</a:t>
            </a:r>
            <a:r>
              <a:rPr lang="en-US" dirty="0" smtClean="0"/>
              <a:t> </a:t>
            </a:r>
            <a:r>
              <a:rPr lang="en-US" dirty="0" err="1" smtClean="0"/>
              <a:t>isə</a:t>
            </a:r>
            <a:r>
              <a:rPr lang="en-US" dirty="0" smtClean="0"/>
              <a:t> Command, Option </a:t>
            </a:r>
            <a:r>
              <a:rPr lang="en-US" dirty="0" err="1" smtClean="0"/>
              <a:t>klavişləri</a:t>
            </a:r>
            <a:r>
              <a:rPr lang="en-US" dirty="0" smtClean="0"/>
              <a:t> </a:t>
            </a:r>
            <a:r>
              <a:rPr lang="en-US" dirty="0" err="1" smtClean="0"/>
              <a:t>olur</a:t>
            </a:r>
            <a:r>
              <a:rPr lang="en-US" dirty="0" smtClean="0"/>
              <a:t>; </a:t>
            </a:r>
            <a:r>
              <a:rPr lang="en-US" dirty="0" err="1" smtClean="0"/>
              <a:t>bu</a:t>
            </a:r>
            <a:r>
              <a:rPr lang="en-US" dirty="0" smtClean="0"/>
              <a:t> </a:t>
            </a:r>
            <a:r>
              <a:rPr lang="en-US" dirty="0" err="1" smtClean="0"/>
              <a:t>xüsusi</a:t>
            </a:r>
            <a:r>
              <a:rPr lang="en-US" dirty="0" smtClean="0"/>
              <a:t> </a:t>
            </a:r>
            <a:r>
              <a:rPr lang="en-US" dirty="0" err="1" smtClean="0"/>
              <a:t>klavişlərdən</a:t>
            </a:r>
            <a:r>
              <a:rPr lang="en-US" dirty="0" smtClean="0"/>
              <a:t> </a:t>
            </a:r>
            <a:r>
              <a:rPr lang="en-US" dirty="0" err="1" smtClean="0"/>
              <a:t>başqa</a:t>
            </a:r>
            <a:r>
              <a:rPr lang="en-US" dirty="0" smtClean="0"/>
              <a:t> </a:t>
            </a:r>
            <a:r>
              <a:rPr lang="en-US" dirty="0" err="1" smtClean="0"/>
              <a:t>klavişlərin</a:t>
            </a:r>
            <a:r>
              <a:rPr lang="en-US" dirty="0" smtClean="0"/>
              <a:t> </a:t>
            </a:r>
            <a:r>
              <a:rPr lang="en-US" dirty="0" err="1" smtClean="0"/>
              <a:t>mənasını</a:t>
            </a:r>
            <a:r>
              <a:rPr lang="en-US" dirty="0" smtClean="0"/>
              <a:t> </a:t>
            </a:r>
            <a:r>
              <a:rPr lang="en-US" dirty="0" err="1" smtClean="0"/>
              <a:t>dəyişmək</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edilir</a:t>
            </a:r>
            <a:r>
              <a:rPr lang="en-US" dirty="0" smtClean="0"/>
              <a:t>. 1995-ci </a:t>
            </a:r>
            <a:r>
              <a:rPr lang="en-US" dirty="0" err="1" smtClean="0"/>
              <a:t>ildə</a:t>
            </a:r>
            <a:r>
              <a:rPr lang="en-US" dirty="0" smtClean="0"/>
              <a:t>, Windows </a:t>
            </a:r>
            <a:r>
              <a:rPr lang="en-US" dirty="0" err="1" smtClean="0"/>
              <a:t>əməliyyat</a:t>
            </a:r>
            <a:r>
              <a:rPr lang="en-US" dirty="0" smtClean="0"/>
              <a:t> </a:t>
            </a:r>
            <a:r>
              <a:rPr lang="en-US" dirty="0" err="1" smtClean="0"/>
              <a:t>sisteminin</a:t>
            </a:r>
            <a:r>
              <a:rPr lang="en-US" dirty="0" smtClean="0"/>
              <a:t> </a:t>
            </a:r>
            <a:r>
              <a:rPr lang="en-US" dirty="0" err="1" smtClean="0"/>
              <a:t>yaradılması</a:t>
            </a:r>
            <a:r>
              <a:rPr lang="en-US" dirty="0" smtClean="0"/>
              <a:t> </a:t>
            </a:r>
            <a:r>
              <a:rPr lang="en-US" dirty="0" err="1" smtClean="0"/>
              <a:t>ilə</a:t>
            </a:r>
            <a:r>
              <a:rPr lang="en-US" dirty="0" smtClean="0"/>
              <a:t> </a:t>
            </a:r>
            <a:r>
              <a:rPr lang="en-US" dirty="0" err="1" smtClean="0"/>
              <a:t>əlaqədar</a:t>
            </a:r>
            <a:r>
              <a:rPr lang="en-US" dirty="0" smtClean="0"/>
              <a:t> </a:t>
            </a:r>
            <a:r>
              <a:rPr lang="en-US" dirty="0" err="1" smtClean="0"/>
              <a:t>olaraq</a:t>
            </a:r>
            <a:r>
              <a:rPr lang="en-US" dirty="0" smtClean="0"/>
              <a:t> 101 </a:t>
            </a:r>
            <a:r>
              <a:rPr lang="en-US" dirty="0" err="1" smtClean="0"/>
              <a:t>düyməli</a:t>
            </a:r>
            <a:r>
              <a:rPr lang="en-US" dirty="0" smtClean="0"/>
              <a:t> </a:t>
            </a:r>
            <a:r>
              <a:rPr lang="en-US" dirty="0" err="1" smtClean="0"/>
              <a:t>qurğu</a:t>
            </a:r>
            <a:r>
              <a:rPr lang="en-US" dirty="0" smtClean="0"/>
              <a:t> 104/105 </a:t>
            </a:r>
            <a:r>
              <a:rPr lang="en-US" dirty="0" err="1" smtClean="0"/>
              <a:t>düyməli</a:t>
            </a:r>
            <a:r>
              <a:rPr lang="en-US" dirty="0" smtClean="0"/>
              <a:t> </a:t>
            </a:r>
            <a:r>
              <a:rPr lang="en-US" dirty="0" err="1" smtClean="0"/>
              <a:t>qurğu</a:t>
            </a:r>
            <a:r>
              <a:rPr lang="en-US" dirty="0" smtClean="0"/>
              <a:t> </a:t>
            </a:r>
            <a:r>
              <a:rPr lang="en-US" dirty="0" err="1" smtClean="0"/>
              <a:t>ilə</a:t>
            </a:r>
            <a:r>
              <a:rPr lang="en-US" dirty="0" smtClean="0"/>
              <a:t> </a:t>
            </a:r>
            <a:r>
              <a:rPr lang="en-US" dirty="0" err="1" smtClean="0"/>
              <a:t>əvəz</a:t>
            </a:r>
            <a:r>
              <a:rPr lang="en-US" dirty="0" smtClean="0"/>
              <a:t> </a:t>
            </a:r>
            <a:r>
              <a:rPr lang="en-US" dirty="0" err="1" smtClean="0"/>
              <a:t>olunmuşdur</a:t>
            </a:r>
            <a:r>
              <a:rPr lang="en-US" dirty="0" smtClean="0"/>
              <a:t>.</a:t>
            </a:r>
            <a:endParaRPr lang="az-Latn-AZ"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7774" y="1343026"/>
            <a:ext cx="4357687" cy="4357687"/>
          </a:xfrm>
          <a:prstGeom prst="rect">
            <a:avLst/>
          </a:prstGeom>
        </p:spPr>
      </p:pic>
    </p:spTree>
    <p:extLst>
      <p:ext uri="{BB962C8B-B14F-4D97-AF65-F5344CB8AC3E}">
        <p14:creationId xmlns:p14="http://schemas.microsoft.com/office/powerpoint/2010/main" val="2094663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SİSTEM BLOKU</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0063"/>
          <a:stretch/>
        </p:blipFill>
        <p:spPr>
          <a:xfrm>
            <a:off x="2743361" y="845334"/>
            <a:ext cx="6338073" cy="5492997"/>
          </a:xfrm>
          <a:prstGeom prst="rect">
            <a:avLst/>
          </a:prstGeom>
        </p:spPr>
      </p:pic>
      <p:cxnSp>
        <p:nvCxnSpPr>
          <p:cNvPr id="7" name="Straight Arrow Connector 6"/>
          <p:cNvCxnSpPr/>
          <p:nvPr/>
        </p:nvCxnSpPr>
        <p:spPr>
          <a:xfrm flipH="1" flipV="1">
            <a:off x="3020292" y="1440872"/>
            <a:ext cx="1332466" cy="662621"/>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6228" y="124692"/>
            <a:ext cx="2678544" cy="2008908"/>
          </a:xfrm>
          <a:prstGeom prst="rect">
            <a:avLst/>
          </a:prstGeom>
        </p:spPr>
      </p:pic>
      <p:cxnSp>
        <p:nvCxnSpPr>
          <p:cNvPr id="9" name="Straight Arrow Connector 8"/>
          <p:cNvCxnSpPr/>
          <p:nvPr/>
        </p:nvCxnSpPr>
        <p:spPr>
          <a:xfrm flipH="1" flipV="1">
            <a:off x="2743200" y="3074280"/>
            <a:ext cx="1492354" cy="271903"/>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5452" y="332441"/>
            <a:ext cx="580608" cy="369332"/>
          </a:xfrm>
          <a:prstGeom prst="rect">
            <a:avLst/>
          </a:prstGeom>
          <a:noFill/>
        </p:spPr>
        <p:txBody>
          <a:bodyPr wrap="none" rtlCol="0">
            <a:spAutoFit/>
          </a:bodyPr>
          <a:lstStyle/>
          <a:p>
            <a:r>
              <a:rPr lang="az-Latn-AZ" b="1" dirty="0" smtClean="0"/>
              <a:t>CPU</a:t>
            </a:r>
            <a:endParaRPr lang="ru-RU" b="1" dirty="0"/>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6713" y="2034464"/>
            <a:ext cx="2450845" cy="1581727"/>
          </a:xfrm>
          <a:prstGeom prst="rect">
            <a:avLst/>
          </a:prstGeom>
        </p:spPr>
      </p:pic>
      <p:sp>
        <p:nvSpPr>
          <p:cNvPr id="13" name="TextBox 12"/>
          <p:cNvSpPr txBox="1"/>
          <p:nvPr/>
        </p:nvSpPr>
        <p:spPr>
          <a:xfrm>
            <a:off x="892392" y="2160956"/>
            <a:ext cx="669735" cy="369332"/>
          </a:xfrm>
          <a:prstGeom prst="rect">
            <a:avLst/>
          </a:prstGeom>
          <a:noFill/>
        </p:spPr>
        <p:txBody>
          <a:bodyPr wrap="none" rtlCol="0">
            <a:spAutoFit/>
          </a:bodyPr>
          <a:lstStyle/>
          <a:p>
            <a:r>
              <a:rPr lang="az-Latn-AZ" b="1" dirty="0" smtClean="0"/>
              <a:t>ROM</a:t>
            </a:r>
            <a:endParaRPr lang="ru-RU" b="1" dirty="0"/>
          </a:p>
        </p:txBody>
      </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3532" y="3538924"/>
            <a:ext cx="2421904" cy="1489389"/>
          </a:xfrm>
          <a:prstGeom prst="rect">
            <a:avLst/>
          </a:prstGeom>
        </p:spPr>
      </p:pic>
      <p:cxnSp>
        <p:nvCxnSpPr>
          <p:cNvPr id="15" name="Straight Arrow Connector 14"/>
          <p:cNvCxnSpPr/>
          <p:nvPr/>
        </p:nvCxnSpPr>
        <p:spPr>
          <a:xfrm flipH="1">
            <a:off x="2865230" y="4139309"/>
            <a:ext cx="1404632" cy="271329"/>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88496" y="3461978"/>
            <a:ext cx="655949" cy="369332"/>
          </a:xfrm>
          <a:prstGeom prst="rect">
            <a:avLst/>
          </a:prstGeom>
          <a:noFill/>
        </p:spPr>
        <p:txBody>
          <a:bodyPr wrap="none" rtlCol="0">
            <a:spAutoFit/>
          </a:bodyPr>
          <a:lstStyle/>
          <a:p>
            <a:r>
              <a:rPr lang="az-Latn-AZ" b="1" dirty="0" smtClean="0"/>
              <a:t>RAM</a:t>
            </a:r>
            <a:endParaRPr lang="ru-RU" b="1" dirty="0"/>
          </a:p>
        </p:txBody>
      </p:sp>
      <p:cxnSp>
        <p:nvCxnSpPr>
          <p:cNvPr id="19" name="Straight Arrow Connector 18"/>
          <p:cNvCxnSpPr/>
          <p:nvPr/>
        </p:nvCxnSpPr>
        <p:spPr>
          <a:xfrm flipH="1">
            <a:off x="2944772" y="5036153"/>
            <a:ext cx="1407986" cy="644211"/>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9014" y="5198745"/>
            <a:ext cx="1641768" cy="1641768"/>
          </a:xfrm>
          <a:prstGeom prst="rect">
            <a:avLst/>
          </a:prstGeom>
        </p:spPr>
      </p:pic>
      <p:sp>
        <p:nvSpPr>
          <p:cNvPr id="22" name="TextBox 21"/>
          <p:cNvSpPr txBox="1"/>
          <p:nvPr/>
        </p:nvSpPr>
        <p:spPr>
          <a:xfrm>
            <a:off x="557776" y="5127418"/>
            <a:ext cx="1390573" cy="369332"/>
          </a:xfrm>
          <a:prstGeom prst="rect">
            <a:avLst/>
          </a:prstGeom>
          <a:noFill/>
        </p:spPr>
        <p:txBody>
          <a:bodyPr wrap="none" rtlCol="0">
            <a:spAutoFit/>
          </a:bodyPr>
          <a:lstStyle/>
          <a:p>
            <a:r>
              <a:rPr lang="az-Latn-AZ" b="1" dirty="0" smtClean="0"/>
              <a:t>QİDA BLOKU</a:t>
            </a:r>
            <a:endParaRPr lang="ru-RU" b="1" dirty="0"/>
          </a:p>
        </p:txBody>
      </p:sp>
      <p:pic>
        <p:nvPicPr>
          <p:cNvPr id="23" name="Picture 2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27718" y="30830"/>
            <a:ext cx="2072663" cy="2072663"/>
          </a:xfrm>
          <a:prstGeom prst="rect">
            <a:avLst/>
          </a:prstGeom>
        </p:spPr>
      </p:pic>
      <p:cxnSp>
        <p:nvCxnSpPr>
          <p:cNvPr id="24" name="Straight Arrow Connector 23"/>
          <p:cNvCxnSpPr/>
          <p:nvPr/>
        </p:nvCxnSpPr>
        <p:spPr>
          <a:xfrm flipV="1">
            <a:off x="7628787" y="1530601"/>
            <a:ext cx="1119590" cy="787666"/>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897318" y="245057"/>
            <a:ext cx="1742336" cy="369332"/>
          </a:xfrm>
          <a:prstGeom prst="rect">
            <a:avLst/>
          </a:prstGeom>
          <a:noFill/>
        </p:spPr>
        <p:txBody>
          <a:bodyPr wrap="none" rtlCol="0">
            <a:spAutoFit/>
          </a:bodyPr>
          <a:lstStyle/>
          <a:p>
            <a:r>
              <a:rPr lang="az-Latn-AZ" b="1" dirty="0" smtClean="0"/>
              <a:t>VİDEO ADAPTER</a:t>
            </a:r>
            <a:endParaRPr lang="ru-RU" b="1" dirty="0"/>
          </a:p>
        </p:txBody>
      </p:sp>
      <p:cxnSp>
        <p:nvCxnSpPr>
          <p:cNvPr id="29" name="Straight Arrow Connector 28"/>
          <p:cNvCxnSpPr/>
          <p:nvPr/>
        </p:nvCxnSpPr>
        <p:spPr>
          <a:xfrm flipV="1">
            <a:off x="7673425" y="2824135"/>
            <a:ext cx="1288471" cy="386097"/>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33266" y="1878030"/>
            <a:ext cx="1425805" cy="1196250"/>
          </a:xfrm>
          <a:prstGeom prst="rect">
            <a:avLst/>
          </a:prstGeom>
        </p:spPr>
      </p:pic>
      <p:sp>
        <p:nvSpPr>
          <p:cNvPr id="32" name="TextBox 31"/>
          <p:cNvSpPr txBox="1"/>
          <p:nvPr/>
        </p:nvSpPr>
        <p:spPr>
          <a:xfrm>
            <a:off x="9956551" y="1576620"/>
            <a:ext cx="705001" cy="369332"/>
          </a:xfrm>
          <a:prstGeom prst="rect">
            <a:avLst/>
          </a:prstGeom>
          <a:noFill/>
        </p:spPr>
        <p:txBody>
          <a:bodyPr wrap="none" rtlCol="0">
            <a:spAutoFit/>
          </a:bodyPr>
          <a:lstStyle/>
          <a:p>
            <a:r>
              <a:rPr lang="az-Latn-AZ" b="1" dirty="0" smtClean="0"/>
              <a:t>PORT</a:t>
            </a:r>
            <a:endParaRPr lang="ru-RU" b="1" dirty="0"/>
          </a:p>
        </p:txBody>
      </p:sp>
      <p:cxnSp>
        <p:nvCxnSpPr>
          <p:cNvPr id="34" name="Straight Arrow Connector 33"/>
          <p:cNvCxnSpPr/>
          <p:nvPr/>
        </p:nvCxnSpPr>
        <p:spPr>
          <a:xfrm>
            <a:off x="7628788" y="3831310"/>
            <a:ext cx="1268530" cy="265755"/>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115838" y="3495953"/>
            <a:ext cx="1202225" cy="1202225"/>
          </a:xfrm>
          <a:prstGeom prst="rect">
            <a:avLst/>
          </a:prstGeom>
        </p:spPr>
      </p:pic>
      <p:sp>
        <p:nvSpPr>
          <p:cNvPr id="38" name="TextBox 37"/>
          <p:cNvSpPr txBox="1"/>
          <p:nvPr/>
        </p:nvSpPr>
        <p:spPr>
          <a:xfrm>
            <a:off x="9601200" y="3279455"/>
            <a:ext cx="651653" cy="369332"/>
          </a:xfrm>
          <a:prstGeom prst="rect">
            <a:avLst/>
          </a:prstGeom>
          <a:noFill/>
        </p:spPr>
        <p:txBody>
          <a:bodyPr wrap="none" rtlCol="0">
            <a:spAutoFit/>
          </a:bodyPr>
          <a:lstStyle/>
          <a:p>
            <a:r>
              <a:rPr lang="az-Latn-AZ" b="1" dirty="0" smtClean="0"/>
              <a:t>SLOT</a:t>
            </a:r>
            <a:endParaRPr lang="ru-RU" b="1" dirty="0"/>
          </a:p>
        </p:txBody>
      </p:sp>
      <p:cxnSp>
        <p:nvCxnSpPr>
          <p:cNvPr id="39" name="Straight Arrow Connector 38"/>
          <p:cNvCxnSpPr/>
          <p:nvPr/>
        </p:nvCxnSpPr>
        <p:spPr>
          <a:xfrm>
            <a:off x="7474115" y="4506077"/>
            <a:ext cx="1169428" cy="732117"/>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 name="Picture 4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593062" y="5074641"/>
            <a:ext cx="1211446" cy="1211446"/>
          </a:xfrm>
          <a:prstGeom prst="rect">
            <a:avLst/>
          </a:prstGeom>
        </p:spPr>
      </p:pic>
      <p:sp>
        <p:nvSpPr>
          <p:cNvPr id="42" name="TextBox 41"/>
          <p:cNvSpPr txBox="1"/>
          <p:nvPr/>
        </p:nvSpPr>
        <p:spPr>
          <a:xfrm>
            <a:off x="9099100" y="4868862"/>
            <a:ext cx="825867" cy="369332"/>
          </a:xfrm>
          <a:prstGeom prst="rect">
            <a:avLst/>
          </a:prstGeom>
          <a:noFill/>
        </p:spPr>
        <p:txBody>
          <a:bodyPr wrap="none" rtlCol="0">
            <a:spAutoFit/>
          </a:bodyPr>
          <a:lstStyle/>
          <a:p>
            <a:r>
              <a:rPr lang="az-Latn-AZ" b="1" dirty="0" smtClean="0"/>
              <a:t>ÇİPSET</a:t>
            </a:r>
            <a:endParaRPr lang="ru-RU" b="1" dirty="0"/>
          </a:p>
        </p:txBody>
      </p:sp>
      <p:pic>
        <p:nvPicPr>
          <p:cNvPr id="44" name="Picture 4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150930" y="5691990"/>
            <a:ext cx="1148523" cy="1148523"/>
          </a:xfrm>
          <a:prstGeom prst="rect">
            <a:avLst/>
          </a:prstGeom>
        </p:spPr>
      </p:pic>
      <p:cxnSp>
        <p:nvCxnSpPr>
          <p:cNvPr id="45" name="Straight Arrow Connector 44"/>
          <p:cNvCxnSpPr/>
          <p:nvPr/>
        </p:nvCxnSpPr>
        <p:spPr>
          <a:xfrm>
            <a:off x="6428860" y="5372364"/>
            <a:ext cx="996241" cy="615999"/>
          </a:xfrm>
          <a:prstGeom prst="straightConnector1">
            <a:avLst/>
          </a:prstGeom>
          <a:ln w="76200" cmpd="thickThi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7182296" y="5462540"/>
            <a:ext cx="1246560" cy="369332"/>
          </a:xfrm>
          <a:prstGeom prst="rect">
            <a:avLst/>
          </a:prstGeom>
          <a:noFill/>
        </p:spPr>
        <p:txBody>
          <a:bodyPr wrap="none" rtlCol="0">
            <a:spAutoFit/>
          </a:bodyPr>
          <a:lstStyle/>
          <a:p>
            <a:r>
              <a:rPr lang="az-Latn-AZ" b="1" dirty="0" smtClean="0"/>
              <a:t>ANA PLATA</a:t>
            </a:r>
            <a:endParaRPr lang="ru-RU" b="1" dirty="0"/>
          </a:p>
        </p:txBody>
      </p:sp>
    </p:spTree>
    <p:extLst>
      <p:ext uri="{BB962C8B-B14F-4D97-AF65-F5344CB8AC3E}">
        <p14:creationId xmlns:p14="http://schemas.microsoft.com/office/powerpoint/2010/main" val="25264164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CPU</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243442" y="909522"/>
            <a:ext cx="6858000" cy="58007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err="1" smtClean="0"/>
              <a:t>Prosessor</a:t>
            </a:r>
            <a:r>
              <a:rPr lang="en-US" dirty="0" smtClean="0"/>
              <a:t> — </a:t>
            </a:r>
            <a:r>
              <a:rPr lang="en-US" dirty="0" err="1" smtClean="0"/>
              <a:t>kompüter</a:t>
            </a:r>
            <a:r>
              <a:rPr lang="en-US" dirty="0" smtClean="0"/>
              <a:t> </a:t>
            </a:r>
            <a:r>
              <a:rPr lang="en-US" dirty="0" err="1" smtClean="0"/>
              <a:t>üzərində</a:t>
            </a:r>
            <a:r>
              <a:rPr lang="en-US" dirty="0" smtClean="0"/>
              <a:t> </a:t>
            </a:r>
            <a:r>
              <a:rPr lang="en-US" dirty="0" err="1" smtClean="0"/>
              <a:t>edilən</a:t>
            </a:r>
            <a:r>
              <a:rPr lang="en-US" dirty="0" smtClean="0"/>
              <a:t> </a:t>
            </a:r>
            <a:r>
              <a:rPr lang="en-US" dirty="0" err="1" smtClean="0"/>
              <a:t>bütün</a:t>
            </a:r>
            <a:r>
              <a:rPr lang="en-US" dirty="0" smtClean="0"/>
              <a:t> </a:t>
            </a:r>
            <a:r>
              <a:rPr lang="en-US" dirty="0" err="1" smtClean="0"/>
              <a:t>arfimetik</a:t>
            </a:r>
            <a:r>
              <a:rPr lang="en-US" dirty="0" smtClean="0"/>
              <a:t> </a:t>
            </a:r>
            <a:r>
              <a:rPr lang="en-US" dirty="0" err="1" smtClean="0"/>
              <a:t>və</a:t>
            </a:r>
            <a:r>
              <a:rPr lang="en-US" dirty="0" smtClean="0"/>
              <a:t> </a:t>
            </a:r>
            <a:r>
              <a:rPr lang="en-US" dirty="0" err="1" smtClean="0"/>
              <a:t>məntiqi</a:t>
            </a:r>
            <a:r>
              <a:rPr lang="en-US" dirty="0" smtClean="0"/>
              <a:t> </a:t>
            </a:r>
            <a:r>
              <a:rPr lang="en-US" dirty="0" err="1" smtClean="0"/>
              <a:t>əməliyyatlar</a:t>
            </a:r>
            <a:r>
              <a:rPr lang="en-US" dirty="0" smtClean="0"/>
              <a:t> </a:t>
            </a:r>
            <a:r>
              <a:rPr lang="en-US" dirty="0" err="1" smtClean="0"/>
              <a:t>bu</a:t>
            </a:r>
            <a:r>
              <a:rPr lang="en-US" dirty="0" smtClean="0"/>
              <a:t> </a:t>
            </a:r>
            <a:r>
              <a:rPr lang="en-US" dirty="0" err="1" smtClean="0"/>
              <a:t>qurğu</a:t>
            </a:r>
            <a:r>
              <a:rPr lang="en-US" dirty="0" smtClean="0"/>
              <a:t> </a:t>
            </a:r>
            <a:r>
              <a:rPr lang="en-US" dirty="0" err="1" smtClean="0"/>
              <a:t>tərəfindən</a:t>
            </a:r>
            <a:r>
              <a:rPr lang="en-US" dirty="0" smtClean="0"/>
              <a:t> </a:t>
            </a:r>
            <a:r>
              <a:rPr lang="en-US" dirty="0" err="1" smtClean="0"/>
              <a:t>reallaşdırılır</a:t>
            </a:r>
            <a:r>
              <a:rPr lang="en-US" dirty="0" smtClean="0"/>
              <a:t> </a:t>
            </a:r>
            <a:r>
              <a:rPr lang="en-US" dirty="0" err="1" smtClean="0"/>
              <a:t>və</a:t>
            </a:r>
            <a:r>
              <a:rPr lang="en-US" dirty="0" smtClean="0"/>
              <a:t> </a:t>
            </a:r>
            <a:r>
              <a:rPr lang="en-US" dirty="0" err="1" smtClean="0"/>
              <a:t>nəzarət</a:t>
            </a:r>
            <a:r>
              <a:rPr lang="en-US" dirty="0" smtClean="0"/>
              <a:t> </a:t>
            </a:r>
            <a:r>
              <a:rPr lang="en-US" dirty="0" err="1" smtClean="0"/>
              <a:t>edilir</a:t>
            </a:r>
            <a:r>
              <a:rPr lang="en-US" dirty="0" smtClean="0"/>
              <a:t>. </a:t>
            </a:r>
            <a:r>
              <a:rPr lang="en-US" dirty="0" err="1" smtClean="0"/>
              <a:t>Prosessorlar</a:t>
            </a:r>
            <a:r>
              <a:rPr lang="en-US" dirty="0" smtClean="0"/>
              <a:t> </a:t>
            </a:r>
            <a:r>
              <a:rPr lang="en-US" dirty="0" err="1" smtClean="0"/>
              <a:t>ana</a:t>
            </a:r>
            <a:r>
              <a:rPr lang="en-US" dirty="0" smtClean="0"/>
              <a:t> </a:t>
            </a:r>
            <a:r>
              <a:rPr lang="en-US" dirty="0" err="1" smtClean="0"/>
              <a:t>kartın</a:t>
            </a:r>
            <a:r>
              <a:rPr lang="en-US" dirty="0" smtClean="0"/>
              <a:t> </a:t>
            </a:r>
            <a:r>
              <a:rPr lang="en-US" dirty="0" err="1" smtClean="0"/>
              <a:t>ortasında</a:t>
            </a:r>
            <a:r>
              <a:rPr lang="en-US" dirty="0" smtClean="0"/>
              <a:t> </a:t>
            </a:r>
            <a:r>
              <a:rPr lang="en-US" dirty="0" err="1" smtClean="0"/>
              <a:t>olan</a:t>
            </a:r>
            <a:r>
              <a:rPr lang="en-US" dirty="0" smtClean="0"/>
              <a:t> </a:t>
            </a:r>
            <a:r>
              <a:rPr lang="en-US" dirty="0" err="1" smtClean="0"/>
              <a:t>və</a:t>
            </a:r>
            <a:r>
              <a:rPr lang="en-US" dirty="0" smtClean="0"/>
              <a:t> </a:t>
            </a:r>
            <a:r>
              <a:rPr lang="en-US" dirty="0" err="1" smtClean="0"/>
              <a:t>xüsusi</a:t>
            </a:r>
            <a:r>
              <a:rPr lang="en-US" dirty="0" smtClean="0"/>
              <a:t> </a:t>
            </a:r>
            <a:r>
              <a:rPr lang="en-US" dirty="0" err="1" smtClean="0"/>
              <a:t>olaraq</a:t>
            </a:r>
            <a:r>
              <a:rPr lang="en-US" dirty="0" smtClean="0"/>
              <a:t> </a:t>
            </a:r>
            <a:r>
              <a:rPr lang="en-US" dirty="0" err="1" smtClean="0"/>
              <a:t>hazırlanan</a:t>
            </a:r>
            <a:r>
              <a:rPr lang="en-US" dirty="0" smtClean="0"/>
              <a:t> CPU </a:t>
            </a:r>
            <a:r>
              <a:rPr lang="en-US" dirty="0" err="1" smtClean="0"/>
              <a:t>yuvası</a:t>
            </a:r>
            <a:r>
              <a:rPr lang="en-US" dirty="0" smtClean="0"/>
              <a:t> </a:t>
            </a:r>
            <a:r>
              <a:rPr lang="en-US" dirty="0" err="1" smtClean="0"/>
              <a:t>və</a:t>
            </a:r>
            <a:r>
              <a:rPr lang="en-US" dirty="0" smtClean="0"/>
              <a:t> </a:t>
            </a:r>
            <a:r>
              <a:rPr lang="en-US" dirty="0" err="1" smtClean="0"/>
              <a:t>ya</a:t>
            </a:r>
            <a:r>
              <a:rPr lang="en-US" dirty="0" smtClean="0"/>
              <a:t> </a:t>
            </a:r>
            <a:r>
              <a:rPr lang="en-US" dirty="0" err="1" smtClean="0"/>
              <a:t>prosessorsocketi</a:t>
            </a:r>
            <a:r>
              <a:rPr lang="en-US" dirty="0" smtClean="0"/>
              <a:t> </a:t>
            </a:r>
            <a:r>
              <a:rPr lang="en-US" dirty="0" err="1" smtClean="0"/>
              <a:t>deyə</a:t>
            </a:r>
            <a:r>
              <a:rPr lang="en-US" dirty="0" smtClean="0"/>
              <a:t> </a:t>
            </a:r>
            <a:r>
              <a:rPr lang="en-US" dirty="0" err="1" smtClean="0"/>
              <a:t>adlandırılan</a:t>
            </a:r>
            <a:r>
              <a:rPr lang="en-US" dirty="0" smtClean="0"/>
              <a:t> </a:t>
            </a:r>
            <a:r>
              <a:rPr lang="en-US" dirty="0" err="1" smtClean="0"/>
              <a:t>hissəyə</a:t>
            </a:r>
            <a:r>
              <a:rPr lang="en-US" dirty="0" smtClean="0"/>
              <a:t> </a:t>
            </a:r>
            <a:r>
              <a:rPr lang="en-US" dirty="0" err="1" smtClean="0"/>
              <a:t>birləşdirilir</a:t>
            </a:r>
            <a:r>
              <a:rPr lang="en-US" dirty="0" smtClean="0"/>
              <a:t>. </a:t>
            </a:r>
            <a:r>
              <a:rPr lang="en-US" dirty="0" err="1" smtClean="0"/>
              <a:t>Mikroprosessor</a:t>
            </a:r>
            <a:r>
              <a:rPr lang="en-US" dirty="0" smtClean="0"/>
              <a:t> </a:t>
            </a:r>
            <a:r>
              <a:rPr lang="en-US" dirty="0" err="1" smtClean="0"/>
              <a:t>bir</a:t>
            </a:r>
            <a:r>
              <a:rPr lang="en-US" dirty="0" smtClean="0"/>
              <a:t> </a:t>
            </a:r>
            <a:r>
              <a:rPr lang="en-US" dirty="0" err="1" smtClean="0"/>
              <a:t>neçə</a:t>
            </a:r>
            <a:r>
              <a:rPr lang="en-US" dirty="0" smtClean="0"/>
              <a:t> </a:t>
            </a:r>
            <a:r>
              <a:rPr lang="en-US" dirty="0" err="1" smtClean="0"/>
              <a:t>santimetr</a:t>
            </a:r>
            <a:r>
              <a:rPr lang="en-US" dirty="0" smtClean="0"/>
              <a:t> </a:t>
            </a:r>
            <a:r>
              <a:rPr lang="en-US" dirty="0" err="1" smtClean="0"/>
              <a:t>ölçüdə</a:t>
            </a:r>
            <a:r>
              <a:rPr lang="en-US" dirty="0" smtClean="0"/>
              <a:t> </a:t>
            </a:r>
            <a:r>
              <a:rPr lang="en-US" dirty="0" err="1" smtClean="0"/>
              <a:t>mikrosxem</a:t>
            </a:r>
            <a:r>
              <a:rPr lang="en-US" dirty="0" smtClean="0"/>
              <a:t> </a:t>
            </a:r>
            <a:r>
              <a:rPr lang="en-US" dirty="0" err="1" smtClean="0"/>
              <a:t>olub</a:t>
            </a:r>
            <a:r>
              <a:rPr lang="en-US" dirty="0" smtClean="0"/>
              <a:t>, </a:t>
            </a:r>
            <a:r>
              <a:rPr lang="en-US" dirty="0" err="1" smtClean="0"/>
              <a:t>kompüterə</a:t>
            </a:r>
            <a:r>
              <a:rPr lang="en-US" dirty="0" smtClean="0"/>
              <a:t> </a:t>
            </a:r>
            <a:r>
              <a:rPr lang="en-US" dirty="0" err="1" smtClean="0"/>
              <a:t>daxil</a:t>
            </a:r>
            <a:r>
              <a:rPr lang="en-US" dirty="0" smtClean="0"/>
              <a:t> </a:t>
            </a:r>
            <a:r>
              <a:rPr lang="en-US" dirty="0" err="1" smtClean="0"/>
              <a:t>olan</a:t>
            </a:r>
            <a:r>
              <a:rPr lang="en-US" dirty="0" smtClean="0"/>
              <a:t> </a:t>
            </a:r>
            <a:r>
              <a:rPr lang="en-US" dirty="0" err="1" smtClean="0"/>
              <a:t>informasiyanın</a:t>
            </a:r>
            <a:r>
              <a:rPr lang="en-US" dirty="0" smtClean="0"/>
              <a:t> </a:t>
            </a:r>
            <a:r>
              <a:rPr lang="en-US" dirty="0" err="1" smtClean="0"/>
              <a:t>təhlilini</a:t>
            </a:r>
            <a:r>
              <a:rPr lang="en-US" dirty="0" smtClean="0"/>
              <a:t>, </a:t>
            </a:r>
            <a:r>
              <a:rPr lang="en-US" dirty="0" err="1" smtClean="0"/>
              <a:t>hesablanmasını</a:t>
            </a:r>
            <a:r>
              <a:rPr lang="en-US" dirty="0" smtClean="0"/>
              <a:t>, </a:t>
            </a:r>
            <a:r>
              <a:rPr lang="en-US" dirty="0" err="1" smtClean="0"/>
              <a:t>emalını</a:t>
            </a:r>
            <a:r>
              <a:rPr lang="en-US" dirty="0" smtClean="0"/>
              <a:t> </a:t>
            </a:r>
            <a:r>
              <a:rPr lang="en-US" dirty="0" err="1" smtClean="0"/>
              <a:t>və</a:t>
            </a:r>
            <a:r>
              <a:rPr lang="en-US" dirty="0" smtClean="0"/>
              <a:t> </a:t>
            </a:r>
            <a:r>
              <a:rPr lang="en-US" dirty="0" err="1" smtClean="0"/>
              <a:t>ötürülməsini</a:t>
            </a:r>
            <a:r>
              <a:rPr lang="en-US" dirty="0" smtClean="0"/>
              <a:t> </a:t>
            </a:r>
            <a:r>
              <a:rPr lang="en-US" dirty="0" err="1" smtClean="0"/>
              <a:t>təmin</a:t>
            </a:r>
            <a:r>
              <a:rPr lang="en-US" dirty="0" smtClean="0"/>
              <a:t> </a:t>
            </a:r>
            <a:r>
              <a:rPr lang="en-US" dirty="0" err="1" smtClean="0"/>
              <a:t>edir</a:t>
            </a:r>
            <a:r>
              <a:rPr lang="en-US" dirty="0" smtClean="0"/>
              <a:t>. </a:t>
            </a:r>
            <a:r>
              <a:rPr lang="en-US" dirty="0" err="1" smtClean="0"/>
              <a:t>Kompüter</a:t>
            </a:r>
            <a:r>
              <a:rPr lang="en-US" dirty="0" smtClean="0"/>
              <a:t> </a:t>
            </a:r>
            <a:r>
              <a:rPr lang="en-US" dirty="0" err="1" smtClean="0"/>
              <a:t>üzərində</a:t>
            </a:r>
            <a:r>
              <a:rPr lang="en-US" dirty="0" smtClean="0"/>
              <a:t> </a:t>
            </a:r>
            <a:r>
              <a:rPr lang="en-US" dirty="0" err="1" smtClean="0"/>
              <a:t>edilən</a:t>
            </a:r>
            <a:r>
              <a:rPr lang="en-US" dirty="0" smtClean="0"/>
              <a:t> </a:t>
            </a:r>
            <a:r>
              <a:rPr lang="en-US" dirty="0" err="1" smtClean="0"/>
              <a:t>bütün</a:t>
            </a:r>
            <a:r>
              <a:rPr lang="en-US" dirty="0" smtClean="0"/>
              <a:t> </a:t>
            </a:r>
            <a:r>
              <a:rPr lang="en-US" dirty="0" err="1" smtClean="0"/>
              <a:t>əməliyyatlar</a:t>
            </a:r>
            <a:r>
              <a:rPr lang="en-US" dirty="0" smtClean="0"/>
              <a:t>, </a:t>
            </a:r>
            <a:r>
              <a:rPr lang="en-US" dirty="0" err="1" smtClean="0"/>
              <a:t>bu</a:t>
            </a:r>
            <a:r>
              <a:rPr lang="en-US" dirty="0" smtClean="0"/>
              <a:t> </a:t>
            </a:r>
            <a:r>
              <a:rPr lang="en-US" dirty="0" err="1" smtClean="0"/>
              <a:t>vahid</a:t>
            </a:r>
            <a:r>
              <a:rPr lang="en-US" dirty="0" smtClean="0"/>
              <a:t> </a:t>
            </a:r>
            <a:r>
              <a:rPr lang="en-US" dirty="0" err="1" smtClean="0"/>
              <a:t>tərəfindən</a:t>
            </a:r>
            <a:r>
              <a:rPr lang="en-US" dirty="0" smtClean="0"/>
              <a:t> </a:t>
            </a:r>
            <a:r>
              <a:rPr lang="en-US" dirty="0" err="1" smtClean="0"/>
              <a:t>reallaşdırılır</a:t>
            </a:r>
            <a:r>
              <a:rPr lang="en-US" dirty="0" smtClean="0"/>
              <a:t> </a:t>
            </a:r>
            <a:r>
              <a:rPr lang="en-US" dirty="0" err="1" smtClean="0"/>
              <a:t>və</a:t>
            </a:r>
            <a:r>
              <a:rPr lang="en-US" dirty="0" smtClean="0"/>
              <a:t> </a:t>
            </a:r>
            <a:r>
              <a:rPr lang="en-US" dirty="0" err="1" smtClean="0"/>
              <a:t>nəzarət</a:t>
            </a:r>
            <a:r>
              <a:rPr lang="en-US" dirty="0" smtClean="0"/>
              <a:t> </a:t>
            </a:r>
            <a:r>
              <a:rPr lang="en-US" dirty="0" err="1" smtClean="0"/>
              <a:t>edilir</a:t>
            </a:r>
            <a:r>
              <a:rPr lang="en-US" dirty="0" smtClean="0"/>
              <a:t>. </a:t>
            </a:r>
            <a:r>
              <a:rPr lang="az-Latn-AZ" dirty="0" smtClean="0"/>
              <a:t/>
            </a:r>
            <a:br>
              <a:rPr lang="az-Latn-AZ" dirty="0" smtClean="0"/>
            </a:br>
            <a:r>
              <a:rPr lang="az-Latn-AZ" dirty="0" smtClean="0"/>
              <a:t/>
            </a:r>
            <a:br>
              <a:rPr lang="az-Latn-AZ" dirty="0" smtClean="0"/>
            </a:br>
            <a:r>
              <a:rPr lang="en-US" dirty="0" err="1" smtClean="0"/>
              <a:t>Mikroprosessor</a:t>
            </a:r>
            <a:r>
              <a:rPr lang="en-US" dirty="0" smtClean="0"/>
              <a:t> </a:t>
            </a:r>
            <a:r>
              <a:rPr lang="en-US" dirty="0" err="1" smtClean="0"/>
              <a:t>bəzən</a:t>
            </a:r>
            <a:r>
              <a:rPr lang="en-US" dirty="0" smtClean="0"/>
              <a:t> </a:t>
            </a:r>
            <a:r>
              <a:rPr lang="en-US" dirty="0" err="1" smtClean="0"/>
              <a:t>mərkəzi</a:t>
            </a:r>
            <a:r>
              <a:rPr lang="en-US" dirty="0" smtClean="0"/>
              <a:t> </a:t>
            </a:r>
            <a:r>
              <a:rPr lang="en-US" dirty="0" err="1" smtClean="0"/>
              <a:t>prosessor</a:t>
            </a:r>
            <a:r>
              <a:rPr lang="en-US" dirty="0" smtClean="0"/>
              <a:t> (CPU – Central </a:t>
            </a:r>
            <a:r>
              <a:rPr lang="en-US" dirty="0" err="1" smtClean="0"/>
              <a:t>Prosessor</a:t>
            </a:r>
            <a:r>
              <a:rPr lang="en-US" dirty="0" smtClean="0"/>
              <a:t> Unit – </a:t>
            </a:r>
            <a:r>
              <a:rPr lang="en-US" dirty="0" err="1" smtClean="0"/>
              <a:t>Mərkəzi</a:t>
            </a:r>
            <a:r>
              <a:rPr lang="en-US" dirty="0" smtClean="0"/>
              <a:t> </a:t>
            </a:r>
            <a:r>
              <a:rPr lang="en-US" dirty="0" err="1" smtClean="0"/>
              <a:t>Prosessor</a:t>
            </a:r>
            <a:r>
              <a:rPr lang="en-US" dirty="0" smtClean="0"/>
              <a:t> </a:t>
            </a:r>
            <a:r>
              <a:rPr lang="en-US" dirty="0" err="1" smtClean="0"/>
              <a:t>Modulu</a:t>
            </a:r>
            <a:r>
              <a:rPr lang="en-US" dirty="0" smtClean="0"/>
              <a:t>) da </a:t>
            </a:r>
            <a:r>
              <a:rPr lang="en-US" dirty="0" err="1" smtClean="0"/>
              <a:t>adlanır</a:t>
            </a:r>
            <a:r>
              <a:rPr lang="en-US" dirty="0" smtClean="0"/>
              <a:t>. CPU </a:t>
            </a:r>
            <a:r>
              <a:rPr lang="en-US" dirty="0" err="1" smtClean="0"/>
              <a:t>kompüterin</a:t>
            </a:r>
            <a:r>
              <a:rPr lang="en-US" dirty="0" smtClean="0"/>
              <a:t> </a:t>
            </a:r>
            <a:r>
              <a:rPr lang="en-US" dirty="0" err="1" smtClean="0"/>
              <a:t>beynidir</a:t>
            </a:r>
            <a:r>
              <a:rPr lang="en-US" dirty="0" smtClean="0"/>
              <a:t> </a:t>
            </a:r>
            <a:r>
              <a:rPr lang="en-US" dirty="0" err="1" smtClean="0"/>
              <a:t>və</a:t>
            </a:r>
            <a:r>
              <a:rPr lang="en-US" dirty="0" smtClean="0"/>
              <a:t> </a:t>
            </a:r>
            <a:r>
              <a:rPr lang="en-US" dirty="0" err="1" smtClean="0"/>
              <a:t>vəzifəsi</a:t>
            </a:r>
            <a:r>
              <a:rPr lang="en-US" dirty="0" smtClean="0"/>
              <a:t> </a:t>
            </a:r>
            <a:r>
              <a:rPr lang="en-US" dirty="0" err="1" smtClean="0"/>
              <a:t>tapşırıqları</a:t>
            </a:r>
            <a:r>
              <a:rPr lang="en-US" dirty="0" smtClean="0"/>
              <a:t> </a:t>
            </a:r>
            <a:r>
              <a:rPr lang="en-US" dirty="0" err="1" smtClean="0"/>
              <a:t>tezliklə</a:t>
            </a:r>
            <a:r>
              <a:rPr lang="en-US" dirty="0" smtClean="0"/>
              <a:t> </a:t>
            </a:r>
            <a:r>
              <a:rPr lang="en-US" dirty="0" err="1" smtClean="0"/>
              <a:t>yerinə</a:t>
            </a:r>
            <a:r>
              <a:rPr lang="en-US" dirty="0" smtClean="0"/>
              <a:t> </a:t>
            </a:r>
            <a:r>
              <a:rPr lang="en-US" dirty="0" err="1" smtClean="0"/>
              <a:t>yetirməkdir</a:t>
            </a:r>
            <a:r>
              <a:rPr lang="en-US" dirty="0" smtClean="0"/>
              <a:t>. CPU </a:t>
            </a:r>
            <a:r>
              <a:rPr lang="en-US" dirty="0" err="1" smtClean="0"/>
              <a:t>işləyərkən</a:t>
            </a:r>
            <a:r>
              <a:rPr lang="en-US" dirty="0" smtClean="0"/>
              <a:t> </a:t>
            </a:r>
            <a:r>
              <a:rPr lang="en-US" dirty="0" err="1" smtClean="0"/>
              <a:t>qızdığı</a:t>
            </a:r>
            <a:r>
              <a:rPr lang="en-US" dirty="0" smtClean="0"/>
              <a:t> </a:t>
            </a:r>
            <a:r>
              <a:rPr lang="en-US" dirty="0" err="1" smtClean="0"/>
              <a:t>üçün</a:t>
            </a:r>
            <a:r>
              <a:rPr lang="en-US" dirty="0" smtClean="0"/>
              <a:t> </a:t>
            </a:r>
            <a:r>
              <a:rPr lang="en-US" dirty="0" err="1" smtClean="0"/>
              <a:t>onun</a:t>
            </a:r>
            <a:r>
              <a:rPr lang="en-US" dirty="0" smtClean="0"/>
              <a:t> </a:t>
            </a:r>
            <a:r>
              <a:rPr lang="en-US" dirty="0" err="1" smtClean="0"/>
              <a:t>üzərinə</a:t>
            </a:r>
            <a:r>
              <a:rPr lang="en-US" dirty="0" smtClean="0"/>
              <a:t> </a:t>
            </a:r>
            <a:r>
              <a:rPr lang="en-US" dirty="0" err="1" smtClean="0"/>
              <a:t>ventilyator</a:t>
            </a:r>
            <a:r>
              <a:rPr lang="en-US" dirty="0" smtClean="0"/>
              <a:t> </a:t>
            </a:r>
            <a:r>
              <a:rPr lang="en-US" dirty="0" err="1" smtClean="0"/>
              <a:t>yerləşdirilər</a:t>
            </a:r>
            <a:r>
              <a:rPr lang="en-US" dirty="0" smtClean="0"/>
              <a:t>. </a:t>
            </a:r>
            <a:r>
              <a:rPr lang="en-US" dirty="0" err="1" smtClean="0"/>
              <a:t>Prosessorun</a:t>
            </a:r>
            <a:r>
              <a:rPr lang="en-US" dirty="0" smtClean="0"/>
              <a:t> (CPU) </a:t>
            </a:r>
            <a:r>
              <a:rPr lang="en-US" dirty="0" err="1" smtClean="0"/>
              <a:t>sürəti</a:t>
            </a:r>
            <a:r>
              <a:rPr lang="en-US" dirty="0" smtClean="0"/>
              <a:t>, </a:t>
            </a:r>
            <a:r>
              <a:rPr lang="en-US" dirty="0" err="1" smtClean="0"/>
              <a:t>yəni</a:t>
            </a:r>
            <a:r>
              <a:rPr lang="en-US" dirty="0" smtClean="0"/>
              <a:t> </a:t>
            </a:r>
            <a:r>
              <a:rPr lang="en-US" dirty="0" err="1" smtClean="0"/>
              <a:t>takt</a:t>
            </a:r>
            <a:r>
              <a:rPr lang="en-US" dirty="0" smtClean="0"/>
              <a:t> </a:t>
            </a:r>
            <a:r>
              <a:rPr lang="en-US" dirty="0" err="1" smtClean="0"/>
              <a:t>tezliyi</a:t>
            </a:r>
            <a:r>
              <a:rPr lang="en-US" dirty="0" smtClean="0"/>
              <a:t> </a:t>
            </a:r>
            <a:r>
              <a:rPr lang="en-US" dirty="0" err="1" smtClean="0"/>
              <a:t>hz</a:t>
            </a:r>
            <a:r>
              <a:rPr lang="en-US" dirty="0" smtClean="0"/>
              <a:t> (hers) </a:t>
            </a:r>
            <a:r>
              <a:rPr lang="en-US" dirty="0" err="1" smtClean="0"/>
              <a:t>ilə</a:t>
            </a:r>
            <a:r>
              <a:rPr lang="en-US" dirty="0" smtClean="0"/>
              <a:t> </a:t>
            </a:r>
            <a:r>
              <a:rPr lang="en-US" dirty="0" err="1" smtClean="0"/>
              <a:t>ölçülür</a:t>
            </a:r>
            <a:r>
              <a:rPr lang="en-US" dirty="0" smtClean="0"/>
              <a:t>. </a:t>
            </a:r>
            <a:r>
              <a:rPr lang="en-US" dirty="0" err="1" smtClean="0"/>
              <a:t>Fərdi</a:t>
            </a:r>
            <a:r>
              <a:rPr lang="en-US" dirty="0" smtClean="0"/>
              <a:t> </a:t>
            </a:r>
            <a:r>
              <a:rPr lang="en-US" dirty="0" err="1" smtClean="0"/>
              <a:t>kompüterdə</a:t>
            </a:r>
            <a:r>
              <a:rPr lang="en-US" dirty="0" smtClean="0"/>
              <a:t> </a:t>
            </a:r>
            <a:r>
              <a:rPr lang="en-US" dirty="0" err="1" smtClean="0"/>
              <a:t>bütün</a:t>
            </a:r>
            <a:r>
              <a:rPr lang="en-US" dirty="0" smtClean="0"/>
              <a:t> </a:t>
            </a:r>
            <a:r>
              <a:rPr lang="en-US" dirty="0" err="1" smtClean="0"/>
              <a:t>informasiyanı</a:t>
            </a:r>
            <a:r>
              <a:rPr lang="en-US" dirty="0" smtClean="0"/>
              <a:t> </a:t>
            </a:r>
            <a:r>
              <a:rPr lang="en-US" dirty="0" err="1" smtClean="0"/>
              <a:t>emal</a:t>
            </a:r>
            <a:r>
              <a:rPr lang="en-US" dirty="0" smtClean="0"/>
              <a:t> </a:t>
            </a:r>
            <a:r>
              <a:rPr lang="en-US" dirty="0" err="1" smtClean="0"/>
              <a:t>edən</a:t>
            </a:r>
            <a:r>
              <a:rPr lang="en-US" dirty="0" smtClean="0"/>
              <a:t> </a:t>
            </a:r>
            <a:r>
              <a:rPr lang="en-US" dirty="0" err="1" smtClean="0"/>
              <a:t>mərkəzi</a:t>
            </a:r>
            <a:r>
              <a:rPr lang="en-US" dirty="0" smtClean="0"/>
              <a:t> </a:t>
            </a:r>
            <a:r>
              <a:rPr lang="en-US" dirty="0" err="1" smtClean="0"/>
              <a:t>prosessor</a:t>
            </a:r>
            <a:r>
              <a:rPr lang="en-US" dirty="0" smtClean="0"/>
              <a:t> </a:t>
            </a:r>
            <a:r>
              <a:rPr lang="en-US" dirty="0" err="1" smtClean="0"/>
              <a:t>giriş</a:t>
            </a:r>
            <a:r>
              <a:rPr lang="en-US" dirty="0" smtClean="0"/>
              <a:t> </a:t>
            </a:r>
            <a:r>
              <a:rPr lang="en-US" dirty="0" err="1" smtClean="0"/>
              <a:t>informasiyasını</a:t>
            </a:r>
            <a:r>
              <a:rPr lang="en-US" dirty="0" smtClean="0"/>
              <a:t> </a:t>
            </a:r>
            <a:r>
              <a:rPr lang="en-US" dirty="0" err="1" smtClean="0"/>
              <a:t>çıxış</a:t>
            </a:r>
            <a:r>
              <a:rPr lang="en-US" dirty="0" smtClean="0"/>
              <a:t> </a:t>
            </a:r>
            <a:r>
              <a:rPr lang="en-US" dirty="0" err="1" smtClean="0"/>
              <a:t>informasiyasına</a:t>
            </a:r>
            <a:r>
              <a:rPr lang="en-US" dirty="0" smtClean="0"/>
              <a:t> </a:t>
            </a:r>
            <a:r>
              <a:rPr lang="en-US" dirty="0" err="1" smtClean="0"/>
              <a:t>çevirərək</a:t>
            </a:r>
            <a:r>
              <a:rPr lang="en-US" dirty="0" smtClean="0"/>
              <a:t> </a:t>
            </a:r>
            <a:r>
              <a:rPr lang="en-US" dirty="0" err="1" smtClean="0"/>
              <a:t>proqram</a:t>
            </a:r>
            <a:r>
              <a:rPr lang="en-US" dirty="0" smtClean="0"/>
              <a:t> </a:t>
            </a:r>
            <a:r>
              <a:rPr lang="en-US" dirty="0" err="1" smtClean="0"/>
              <a:t>vasitələrinin</a:t>
            </a:r>
            <a:r>
              <a:rPr lang="en-US" dirty="0" smtClean="0"/>
              <a:t> </a:t>
            </a:r>
            <a:r>
              <a:rPr lang="en-US" dirty="0" err="1" smtClean="0"/>
              <a:t>idarəsi</a:t>
            </a:r>
            <a:r>
              <a:rPr lang="en-US" dirty="0" smtClean="0"/>
              <a:t> </a:t>
            </a:r>
            <a:r>
              <a:rPr lang="en-US" dirty="0" err="1" smtClean="0"/>
              <a:t>altında</a:t>
            </a:r>
            <a:r>
              <a:rPr lang="en-US" dirty="0" smtClean="0"/>
              <a:t> </a:t>
            </a:r>
            <a:r>
              <a:rPr lang="en-US" dirty="0" err="1" smtClean="0"/>
              <a:t>işləyir</a:t>
            </a:r>
            <a:r>
              <a:rPr lang="en-US" dirty="0" smtClean="0"/>
              <a:t>. </a:t>
            </a:r>
            <a:r>
              <a:rPr lang="en-US" dirty="0" err="1" smtClean="0"/>
              <a:t>Kompüterlərin</a:t>
            </a:r>
            <a:r>
              <a:rPr lang="en-US" dirty="0" smtClean="0"/>
              <a:t> </a:t>
            </a:r>
            <a:r>
              <a:rPr lang="en-US" dirty="0" err="1" smtClean="0"/>
              <a:t>ayrı-ayrı</a:t>
            </a:r>
            <a:r>
              <a:rPr lang="en-US" dirty="0" smtClean="0"/>
              <a:t> </a:t>
            </a:r>
            <a:r>
              <a:rPr lang="en-US" dirty="0" err="1" smtClean="0"/>
              <a:t>modellərində</a:t>
            </a:r>
            <a:r>
              <a:rPr lang="en-US" dirty="0" smtClean="0"/>
              <a:t> </a:t>
            </a:r>
            <a:r>
              <a:rPr lang="en-US" dirty="0" err="1" smtClean="0"/>
              <a:t>iki</a:t>
            </a:r>
            <a:r>
              <a:rPr lang="en-US" dirty="0" smtClean="0"/>
              <a:t> </a:t>
            </a:r>
            <a:r>
              <a:rPr lang="en-US" dirty="0" err="1" smtClean="0"/>
              <a:t>qabaqcıl</a:t>
            </a:r>
            <a:r>
              <a:rPr lang="en-US" dirty="0" smtClean="0"/>
              <a:t> </a:t>
            </a:r>
            <a:r>
              <a:rPr lang="en-US" dirty="0" err="1" smtClean="0"/>
              <a:t>dünya</a:t>
            </a:r>
            <a:r>
              <a:rPr lang="en-US" dirty="0" smtClean="0"/>
              <a:t> </a:t>
            </a:r>
            <a:r>
              <a:rPr lang="en-US" dirty="0" err="1" smtClean="0"/>
              <a:t>istehsalçılarının</a:t>
            </a:r>
            <a:r>
              <a:rPr lang="en-US" dirty="0" smtClean="0"/>
              <a:t> Intel </a:t>
            </a:r>
            <a:r>
              <a:rPr lang="en-US" dirty="0" err="1" smtClean="0"/>
              <a:t>və</a:t>
            </a:r>
            <a:r>
              <a:rPr lang="en-US" dirty="0" smtClean="0"/>
              <a:t> AMD </a:t>
            </a:r>
            <a:r>
              <a:rPr lang="en-US" dirty="0" err="1" smtClean="0"/>
              <a:t>şirkətlərinin</a:t>
            </a:r>
            <a:r>
              <a:rPr lang="en-US" dirty="0" smtClean="0"/>
              <a:t> </a:t>
            </a:r>
            <a:r>
              <a:rPr lang="en-US" dirty="0" err="1" smtClean="0"/>
              <a:t>müxtəlif</a:t>
            </a:r>
            <a:r>
              <a:rPr lang="en-US" dirty="0" smtClean="0"/>
              <a:t> </a:t>
            </a:r>
            <a:r>
              <a:rPr lang="en-US" dirty="0" err="1" smtClean="0"/>
              <a:t>prosessorları</a:t>
            </a:r>
            <a:r>
              <a:rPr lang="en-US" dirty="0" smtClean="0"/>
              <a:t> </a:t>
            </a:r>
            <a:r>
              <a:rPr lang="en-US" dirty="0" err="1" smtClean="0"/>
              <a:t>istifadə</a:t>
            </a:r>
            <a:r>
              <a:rPr lang="en-US" dirty="0" smtClean="0"/>
              <a:t> </a:t>
            </a:r>
            <a:r>
              <a:rPr lang="en-US" dirty="0" err="1" smtClean="0"/>
              <a:t>olunur</a:t>
            </a:r>
            <a:r>
              <a:rPr lang="en-US" dirty="0" smtClean="0"/>
              <a:t>.</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6000" y="1634837"/>
            <a:ext cx="4581235" cy="3435926"/>
          </a:xfrm>
          <a:prstGeom prst="rect">
            <a:avLst/>
          </a:prstGeom>
        </p:spPr>
      </p:pic>
    </p:spTree>
    <p:extLst>
      <p:ext uri="{BB962C8B-B14F-4D97-AF65-F5344CB8AC3E}">
        <p14:creationId xmlns:p14="http://schemas.microsoft.com/office/powerpoint/2010/main" val="3022987187"/>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RAM</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5215492" y="973917"/>
            <a:ext cx="6858000" cy="55574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az-Latn-AZ" b="1" dirty="0" smtClean="0"/>
              <a:t>RAM </a:t>
            </a:r>
            <a:r>
              <a:rPr lang="az-Latn-AZ" dirty="0" smtClean="0"/>
              <a:t>kompüter, smartfon və ya planşetlərin vacib hissəsidir. Hər hansı bir elektron cihazı satın aldığımız zaman RAM da ən çox diqqət etdiyimiz məqamlardandır. Bu hissədəki problem və ya çatışmazlıq əməliyyatlara mənfi təsir göstərir deyə istifadə etmək istədiyimiz fayl ya heç açılmayacaq, və ya çox ləng işləyəcək. Bəs elektron qurğular üçün bir növ beyin rolunu oynayan RAM nədir, necə işləyir? Beləliklə, RAM haqqında bütün məlumatları sizə təqdim edirik. RAM (Random Acces Memory) məlumat saxlama və ya yaddaş bölməsinin bir növüdür. Saxlanılan məlumatlara tez bir zamanda daxil olmağa imkan verir. Hard disk və ya USB yaddaş kartlarından fərqli olaraq RAM lazım olan məlumatları daimi deyil, müvəqqəti olaraq saxlayır.</a:t>
            </a:r>
            <a:br>
              <a:rPr lang="az-Latn-AZ" dirty="0" smtClean="0"/>
            </a:br>
            <a:r>
              <a:rPr lang="az-Latn-AZ" dirty="0" smtClean="0"/>
              <a:t/>
            </a:r>
            <a:br>
              <a:rPr lang="az-Latn-AZ" dirty="0" smtClean="0"/>
            </a:br>
            <a:r>
              <a:rPr lang="az-Latn-AZ" dirty="0" smtClean="0"/>
              <a:t>RAM yaddaşında kiçik qutular var. Bu qutuların hər biri sıra ilə sütun şəklində yerləşir. Dəstə şəklində olan RAM qutularındakı hər bir qutucuğa hücrə deyilir. RAM yaddaşı zəruri məlumatları məhz bu qutucuqlarda saxlayır və istənilən vaxt tez bir zamanda ötürür. Prosessor da tələb olunan əməliyyat üçün RAMla əlaqə qurur. Bütün əməliyyatlar haqqında məlumatlar da RAM-da saxlanılır. RAM-ın yüksək tutumu, kompüterin və ya fərqli cihazların eyni anda birdən çox əməliyyat üçün məlumat saxlamaq iqtidarında olması deməkdir.</a:t>
            </a:r>
            <a:endParaRPr lang="az-Latn-AZ"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4988"/>
            <a:ext cx="4864812" cy="2991695"/>
          </a:xfrm>
          <a:prstGeom prst="rect">
            <a:avLst/>
          </a:prstGeom>
        </p:spPr>
      </p:pic>
    </p:spTree>
    <p:extLst>
      <p:ext uri="{BB962C8B-B14F-4D97-AF65-F5344CB8AC3E}">
        <p14:creationId xmlns:p14="http://schemas.microsoft.com/office/powerpoint/2010/main" val="1610156862"/>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ROM</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243442" y="909522"/>
            <a:ext cx="6858000" cy="58007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err="1"/>
              <a:t>Daimi</a:t>
            </a:r>
            <a:r>
              <a:rPr lang="en-US" dirty="0"/>
              <a:t> </a:t>
            </a:r>
            <a:r>
              <a:rPr lang="en-US" dirty="0" err="1"/>
              <a:t>yaddaş</a:t>
            </a:r>
            <a:r>
              <a:rPr lang="en-US" dirty="0"/>
              <a:t> (ROM) - </a:t>
            </a:r>
            <a:r>
              <a:rPr lang="en-US" dirty="0" err="1"/>
              <a:t>enerjidən</a:t>
            </a:r>
            <a:r>
              <a:rPr lang="en-US" dirty="0"/>
              <a:t> </a:t>
            </a:r>
            <a:r>
              <a:rPr lang="en-US" dirty="0" err="1"/>
              <a:t>asılı</a:t>
            </a:r>
            <a:r>
              <a:rPr lang="en-US" dirty="0"/>
              <a:t> </a:t>
            </a:r>
            <a:r>
              <a:rPr lang="en-US" dirty="0" err="1"/>
              <a:t>olmayan</a:t>
            </a:r>
            <a:r>
              <a:rPr lang="en-US" dirty="0"/>
              <a:t> </a:t>
            </a:r>
            <a:r>
              <a:rPr lang="en-US" dirty="0" err="1"/>
              <a:t>yaddaş</a:t>
            </a:r>
            <a:r>
              <a:rPr lang="en-US" dirty="0"/>
              <a:t>. </a:t>
            </a:r>
            <a:r>
              <a:rPr lang="en-US" dirty="0" err="1"/>
              <a:t>Daxili</a:t>
            </a:r>
            <a:r>
              <a:rPr lang="en-US" dirty="0"/>
              <a:t> </a:t>
            </a:r>
            <a:r>
              <a:rPr lang="en-US" dirty="0" err="1"/>
              <a:t>və</a:t>
            </a:r>
            <a:r>
              <a:rPr lang="en-US" dirty="0"/>
              <a:t> </a:t>
            </a:r>
            <a:r>
              <a:rPr lang="en-US" dirty="0" err="1"/>
              <a:t>ya</a:t>
            </a:r>
            <a:r>
              <a:rPr lang="en-US" dirty="0"/>
              <a:t> </a:t>
            </a:r>
            <a:r>
              <a:rPr lang="en-US" dirty="0" err="1"/>
              <a:t>əsas</a:t>
            </a:r>
            <a:r>
              <a:rPr lang="en-US" dirty="0"/>
              <a:t> </a:t>
            </a:r>
            <a:r>
              <a:rPr lang="en-US" dirty="0" err="1"/>
              <a:t>yaddaşın</a:t>
            </a:r>
            <a:r>
              <a:rPr lang="en-US" dirty="0"/>
              <a:t> </a:t>
            </a:r>
            <a:r>
              <a:rPr lang="en-US" dirty="0" err="1"/>
              <a:t>bir</a:t>
            </a:r>
            <a:r>
              <a:rPr lang="en-US" dirty="0"/>
              <a:t> </a:t>
            </a:r>
            <a:r>
              <a:rPr lang="en-US" dirty="0" err="1"/>
              <a:t>hissəsidir</a:t>
            </a:r>
            <a:r>
              <a:rPr lang="en-US" dirty="0"/>
              <a:t>. </a:t>
            </a:r>
            <a:r>
              <a:rPr lang="en-US" dirty="0" err="1"/>
              <a:t>Daimi</a:t>
            </a:r>
            <a:r>
              <a:rPr lang="en-US" dirty="0"/>
              <a:t> </a:t>
            </a:r>
            <a:r>
              <a:rPr lang="en-US" dirty="0" err="1"/>
              <a:t>yaddaşın</a:t>
            </a:r>
            <a:r>
              <a:rPr lang="en-US" dirty="0"/>
              <a:t> </a:t>
            </a:r>
            <a:r>
              <a:rPr lang="en-US" dirty="0" err="1"/>
              <a:t>tutumu</a:t>
            </a:r>
            <a:r>
              <a:rPr lang="en-US" dirty="0"/>
              <a:t> </a:t>
            </a:r>
            <a:r>
              <a:rPr lang="en-US" dirty="0" err="1"/>
              <a:t>əməli</a:t>
            </a:r>
            <a:r>
              <a:rPr lang="en-US" dirty="0"/>
              <a:t> </a:t>
            </a:r>
            <a:r>
              <a:rPr lang="en-US" dirty="0" err="1"/>
              <a:t>yaddaşa</a:t>
            </a:r>
            <a:r>
              <a:rPr lang="en-US" dirty="0"/>
              <a:t> </a:t>
            </a:r>
            <a:r>
              <a:rPr lang="en-US" dirty="0" err="1"/>
              <a:t>nisbətən</a:t>
            </a:r>
            <a:r>
              <a:rPr lang="en-US" dirty="0"/>
              <a:t> </a:t>
            </a:r>
            <a:r>
              <a:rPr lang="en-US" dirty="0" err="1"/>
              <a:t>az</a:t>
            </a:r>
            <a:r>
              <a:rPr lang="en-US" dirty="0"/>
              <a:t> </a:t>
            </a:r>
            <a:r>
              <a:rPr lang="en-US" dirty="0" err="1"/>
              <a:t>olur</a:t>
            </a:r>
            <a:r>
              <a:rPr lang="en-US" dirty="0"/>
              <a:t> </a:t>
            </a:r>
            <a:r>
              <a:rPr lang="en-US" dirty="0" err="1"/>
              <a:t>və</a:t>
            </a:r>
            <a:r>
              <a:rPr lang="en-US" dirty="0"/>
              <a:t> </a:t>
            </a:r>
            <a:r>
              <a:rPr lang="en-US" dirty="0" err="1"/>
              <a:t>istifadəçilər</a:t>
            </a:r>
            <a:r>
              <a:rPr lang="en-US" dirty="0"/>
              <a:t> </a:t>
            </a:r>
            <a:r>
              <a:rPr lang="en-US" dirty="0" err="1"/>
              <a:t>oraya</a:t>
            </a:r>
            <a:r>
              <a:rPr lang="en-US" dirty="0"/>
              <a:t> </a:t>
            </a:r>
            <a:r>
              <a:rPr lang="en-US" dirty="0" err="1"/>
              <a:t>informasiya</a:t>
            </a:r>
            <a:r>
              <a:rPr lang="en-US" dirty="0"/>
              <a:t> </a:t>
            </a:r>
            <a:r>
              <a:rPr lang="en-US" dirty="0" err="1"/>
              <a:t>yaza</a:t>
            </a:r>
            <a:r>
              <a:rPr lang="en-US" dirty="0"/>
              <a:t> </a:t>
            </a:r>
            <a:r>
              <a:rPr lang="en-US" dirty="0" err="1"/>
              <a:t>bilmir</a:t>
            </a:r>
            <a:r>
              <a:rPr lang="en-US" dirty="0"/>
              <a:t>. </a:t>
            </a:r>
            <a:r>
              <a:rPr lang="en-US" dirty="0" err="1"/>
              <a:t>İnformasiya</a:t>
            </a:r>
            <a:r>
              <a:rPr lang="en-US" dirty="0"/>
              <a:t> </a:t>
            </a:r>
            <a:r>
              <a:rPr lang="en-US" dirty="0" err="1"/>
              <a:t>oraya</a:t>
            </a:r>
            <a:r>
              <a:rPr lang="en-US" dirty="0"/>
              <a:t> </a:t>
            </a:r>
            <a:r>
              <a:rPr lang="en-US" dirty="0" err="1"/>
              <a:t>kompüterin</a:t>
            </a:r>
            <a:r>
              <a:rPr lang="en-US" dirty="0"/>
              <a:t> </a:t>
            </a:r>
            <a:r>
              <a:rPr lang="en-US" dirty="0" err="1"/>
              <a:t>hazırlanması</a:t>
            </a:r>
            <a:r>
              <a:rPr lang="en-US" dirty="0"/>
              <a:t> </a:t>
            </a:r>
            <a:r>
              <a:rPr lang="en-US" dirty="0" err="1"/>
              <a:t>zamanı</a:t>
            </a:r>
            <a:r>
              <a:rPr lang="en-US" dirty="0"/>
              <a:t> </a:t>
            </a:r>
            <a:r>
              <a:rPr lang="en-US" dirty="0" err="1"/>
              <a:t>yazılır</a:t>
            </a:r>
            <a:r>
              <a:rPr lang="en-US" dirty="0"/>
              <a:t> </a:t>
            </a:r>
            <a:r>
              <a:rPr lang="en-US" dirty="0" err="1"/>
              <a:t>və</a:t>
            </a:r>
            <a:r>
              <a:rPr lang="en-US" dirty="0"/>
              <a:t> </a:t>
            </a:r>
            <a:r>
              <a:rPr lang="en-US" dirty="0" err="1"/>
              <a:t>adi</a:t>
            </a:r>
            <a:r>
              <a:rPr lang="en-US" dirty="0"/>
              <a:t> </a:t>
            </a:r>
            <a:r>
              <a:rPr lang="en-US" dirty="0" err="1"/>
              <a:t>hallarda</a:t>
            </a:r>
            <a:r>
              <a:rPr lang="en-US" dirty="0"/>
              <a:t> </a:t>
            </a:r>
            <a:r>
              <a:rPr lang="en-US" dirty="0" err="1"/>
              <a:t>dəyişdirilə</a:t>
            </a:r>
            <a:r>
              <a:rPr lang="en-US" dirty="0"/>
              <a:t> </a:t>
            </a:r>
            <a:r>
              <a:rPr lang="en-US" dirty="0" err="1"/>
              <a:t>bilməz</a:t>
            </a:r>
            <a:r>
              <a:rPr lang="en-US" dirty="0"/>
              <a:t>. </a:t>
            </a:r>
            <a:r>
              <a:rPr lang="en-US" dirty="0" err="1"/>
              <a:t>Orada</a:t>
            </a:r>
            <a:r>
              <a:rPr lang="en-US" dirty="0"/>
              <a:t> </a:t>
            </a:r>
            <a:r>
              <a:rPr lang="en-US" dirty="0" err="1"/>
              <a:t>tez-tez</a:t>
            </a:r>
            <a:r>
              <a:rPr lang="en-US" dirty="0"/>
              <a:t> </a:t>
            </a:r>
            <a:r>
              <a:rPr lang="en-US" dirty="0" err="1"/>
              <a:t>istifadə</a:t>
            </a:r>
            <a:r>
              <a:rPr lang="en-US" dirty="0"/>
              <a:t> </a:t>
            </a:r>
            <a:r>
              <a:rPr lang="en-US" dirty="0" err="1"/>
              <a:t>olunan</a:t>
            </a:r>
            <a:r>
              <a:rPr lang="en-US" dirty="0"/>
              <a:t> </a:t>
            </a:r>
            <a:r>
              <a:rPr lang="en-US" dirty="0" err="1"/>
              <a:t>proqramlar</a:t>
            </a:r>
            <a:r>
              <a:rPr lang="en-US" dirty="0"/>
              <a:t> </a:t>
            </a:r>
            <a:r>
              <a:rPr lang="en-US" dirty="0" err="1"/>
              <a:t>və</a:t>
            </a:r>
            <a:r>
              <a:rPr lang="en-US" dirty="0"/>
              <a:t> </a:t>
            </a:r>
            <a:r>
              <a:rPr lang="en-US" dirty="0" err="1"/>
              <a:t>verilənlər</a:t>
            </a:r>
            <a:r>
              <a:rPr lang="en-US" dirty="0"/>
              <a:t> </a:t>
            </a:r>
            <a:r>
              <a:rPr lang="en-US" dirty="0" err="1"/>
              <a:t>saxlanılır</a:t>
            </a:r>
            <a:r>
              <a:rPr lang="en-US" dirty="0"/>
              <a:t> (</a:t>
            </a:r>
            <a:r>
              <a:rPr lang="en-US" dirty="0" err="1"/>
              <a:t>məsələn</a:t>
            </a:r>
            <a:r>
              <a:rPr lang="en-US" dirty="0"/>
              <a:t>, </a:t>
            </a:r>
            <a:r>
              <a:rPr lang="en-US" dirty="0" err="1"/>
              <a:t>əməliyyat</a:t>
            </a:r>
            <a:r>
              <a:rPr lang="en-US" dirty="0"/>
              <a:t> </a:t>
            </a:r>
            <a:r>
              <a:rPr lang="en-US" dirty="0" err="1"/>
              <a:t>sisteminin</a:t>
            </a:r>
            <a:r>
              <a:rPr lang="en-US" dirty="0"/>
              <a:t> </a:t>
            </a:r>
            <a:r>
              <a:rPr lang="en-US" dirty="0" err="1"/>
              <a:t>bəzi</a:t>
            </a:r>
            <a:r>
              <a:rPr lang="en-US" dirty="0"/>
              <a:t> </a:t>
            </a:r>
            <a:r>
              <a:rPr lang="en-US" dirty="0" err="1"/>
              <a:t>proqramları</a:t>
            </a:r>
            <a:r>
              <a:rPr lang="en-US" dirty="0"/>
              <a:t>, </a:t>
            </a:r>
            <a:r>
              <a:rPr lang="en-US" dirty="0" err="1"/>
              <a:t>kompüterin</a:t>
            </a:r>
            <a:r>
              <a:rPr lang="en-US" dirty="0"/>
              <a:t> </a:t>
            </a:r>
            <a:r>
              <a:rPr lang="en-US" dirty="0" err="1"/>
              <a:t>düzgün</a:t>
            </a:r>
            <a:r>
              <a:rPr lang="en-US" dirty="0"/>
              <a:t> </a:t>
            </a:r>
            <a:r>
              <a:rPr lang="en-US" dirty="0" err="1"/>
              <a:t>işləməsini</a:t>
            </a:r>
            <a:r>
              <a:rPr lang="en-US" dirty="0"/>
              <a:t> </a:t>
            </a:r>
            <a:r>
              <a:rPr lang="en-US" dirty="0" err="1"/>
              <a:t>yoxlayan</a:t>
            </a:r>
            <a:r>
              <a:rPr lang="en-US" dirty="0"/>
              <a:t> </a:t>
            </a:r>
            <a:r>
              <a:rPr lang="en-US" dirty="0" err="1"/>
              <a:t>proqramlar</a:t>
            </a:r>
            <a:r>
              <a:rPr lang="en-US" dirty="0"/>
              <a:t> </a:t>
            </a:r>
            <a:r>
              <a:rPr lang="en-US" dirty="0" err="1"/>
              <a:t>və</a:t>
            </a:r>
            <a:r>
              <a:rPr lang="en-US" dirty="0"/>
              <a:t> s.). </a:t>
            </a:r>
            <a:r>
              <a:rPr lang="en-US" dirty="0" err="1"/>
              <a:t>Daimi</a:t>
            </a:r>
            <a:r>
              <a:rPr lang="en-US" dirty="0"/>
              <a:t> </a:t>
            </a:r>
            <a:r>
              <a:rPr lang="en-US" dirty="0" err="1"/>
              <a:t>yaddaş</a:t>
            </a:r>
            <a:r>
              <a:rPr lang="en-US" dirty="0"/>
              <a:t> </a:t>
            </a:r>
            <a:r>
              <a:rPr lang="en-US" dirty="0" err="1"/>
              <a:t>enerjidən</a:t>
            </a:r>
            <a:r>
              <a:rPr lang="en-US" dirty="0"/>
              <a:t> </a:t>
            </a:r>
            <a:r>
              <a:rPr lang="en-US" dirty="0" err="1"/>
              <a:t>asılı</a:t>
            </a:r>
            <a:r>
              <a:rPr lang="en-US" dirty="0"/>
              <a:t> </a:t>
            </a:r>
            <a:r>
              <a:rPr lang="en-US" dirty="0" err="1"/>
              <a:t>olmur</a:t>
            </a:r>
            <a:r>
              <a:rPr lang="en-US" dirty="0"/>
              <a:t>, </a:t>
            </a:r>
            <a:r>
              <a:rPr lang="en-US" dirty="0" err="1"/>
              <a:t>yəni</a:t>
            </a:r>
            <a:r>
              <a:rPr lang="en-US" dirty="0"/>
              <a:t> </a:t>
            </a:r>
            <a:r>
              <a:rPr lang="en-US" dirty="0" err="1"/>
              <a:t>kompüter</a:t>
            </a:r>
            <a:r>
              <a:rPr lang="en-US" dirty="0"/>
              <a:t> </a:t>
            </a:r>
            <a:r>
              <a:rPr lang="en-US" dirty="0" err="1"/>
              <a:t>şəbəkədən</a:t>
            </a:r>
            <a:r>
              <a:rPr lang="en-US" dirty="0"/>
              <a:t> </a:t>
            </a:r>
            <a:r>
              <a:rPr lang="en-US" dirty="0" err="1"/>
              <a:t>çıxarıldıqda</a:t>
            </a:r>
            <a:r>
              <a:rPr lang="en-US" dirty="0"/>
              <a:t> </a:t>
            </a:r>
            <a:r>
              <a:rPr lang="en-US" dirty="0" err="1"/>
              <a:t>oradakı</a:t>
            </a:r>
            <a:r>
              <a:rPr lang="en-US" dirty="0"/>
              <a:t> </a:t>
            </a:r>
            <a:r>
              <a:rPr lang="en-US" dirty="0" err="1"/>
              <a:t>informasiya</a:t>
            </a:r>
            <a:r>
              <a:rPr lang="en-US" dirty="0"/>
              <a:t> </a:t>
            </a:r>
            <a:r>
              <a:rPr lang="en-US" dirty="0" err="1"/>
              <a:t>saxlanılır</a:t>
            </a:r>
            <a:r>
              <a:rPr lang="en-US" dirty="0"/>
              <a:t>.</a:t>
            </a:r>
            <a:r>
              <a:rPr lang="az-Latn-AZ" dirty="0" smtClean="0"/>
              <a:t/>
            </a:r>
            <a:br>
              <a:rPr lang="az-Latn-AZ" dirty="0" smtClean="0"/>
            </a:br>
            <a:r>
              <a:rPr lang="az-Latn-AZ" dirty="0" smtClean="0"/>
              <a:t/>
            </a:r>
            <a:br>
              <a:rPr lang="az-Latn-AZ" dirty="0" smtClean="0"/>
            </a:br>
            <a:r>
              <a:rPr lang="en-US" dirty="0" smtClean="0"/>
              <a:t>ROM – </a:t>
            </a:r>
            <a:r>
              <a:rPr lang="en-US" dirty="0" err="1" smtClean="0"/>
              <a:t>daimi</a:t>
            </a:r>
            <a:r>
              <a:rPr lang="en-US" dirty="0" smtClean="0"/>
              <a:t> </a:t>
            </a:r>
            <a:r>
              <a:rPr lang="en-US" dirty="0" err="1" smtClean="0"/>
              <a:t>yaddaşda</a:t>
            </a:r>
            <a:r>
              <a:rPr lang="en-US" dirty="0" smtClean="0"/>
              <a:t> </a:t>
            </a:r>
            <a:r>
              <a:rPr lang="en-US" dirty="0" err="1" smtClean="0"/>
              <a:t>yerləşir</a:t>
            </a:r>
            <a:r>
              <a:rPr lang="en-US" dirty="0" smtClean="0"/>
              <a:t>. ROM </a:t>
            </a:r>
            <a:r>
              <a:rPr lang="en-US" dirty="0" err="1" smtClean="0"/>
              <a:t>çipləri</a:t>
            </a:r>
            <a:r>
              <a:rPr lang="en-US" dirty="0" smtClean="0"/>
              <a:t> </a:t>
            </a:r>
            <a:r>
              <a:rPr lang="en-US" dirty="0" err="1" smtClean="0"/>
              <a:t>xüsusi</a:t>
            </a:r>
            <a:r>
              <a:rPr lang="en-US" dirty="0" smtClean="0"/>
              <a:t> </a:t>
            </a:r>
            <a:r>
              <a:rPr lang="en-US" dirty="0" err="1" smtClean="0"/>
              <a:t>əmrlər</a:t>
            </a:r>
            <a:r>
              <a:rPr lang="en-US" dirty="0" smtClean="0"/>
              <a:t> </a:t>
            </a:r>
            <a:r>
              <a:rPr lang="en-US" dirty="0" err="1" smtClean="0"/>
              <a:t>saxlayır</a:t>
            </a:r>
            <a:r>
              <a:rPr lang="en-US" dirty="0" smtClean="0"/>
              <a:t>, </a:t>
            </a:r>
            <a:r>
              <a:rPr lang="en-US" dirty="0" err="1" smtClean="0"/>
              <a:t>bu</a:t>
            </a:r>
            <a:r>
              <a:rPr lang="en-US" dirty="0" smtClean="0"/>
              <a:t> </a:t>
            </a:r>
            <a:r>
              <a:rPr lang="en-US" dirty="0" err="1" smtClean="0"/>
              <a:t>əmrlər</a:t>
            </a:r>
            <a:r>
              <a:rPr lang="en-US" dirty="0" smtClean="0"/>
              <a:t> </a:t>
            </a:r>
            <a:r>
              <a:rPr lang="en-US" dirty="0" err="1" smtClean="0"/>
              <a:t>birlikdə</a:t>
            </a:r>
            <a:r>
              <a:rPr lang="en-US" dirty="0" smtClean="0"/>
              <a:t> </a:t>
            </a:r>
            <a:r>
              <a:rPr lang="en-US" dirty="0" err="1" smtClean="0"/>
              <a:t>yerinə</a:t>
            </a:r>
            <a:r>
              <a:rPr lang="en-US" dirty="0" smtClean="0"/>
              <a:t> </a:t>
            </a:r>
            <a:r>
              <a:rPr lang="en-US" dirty="0" err="1" smtClean="0"/>
              <a:t>yetirilir</a:t>
            </a:r>
            <a:r>
              <a:rPr lang="en-US" dirty="0" smtClean="0"/>
              <a:t>. ROM-un </a:t>
            </a:r>
            <a:r>
              <a:rPr lang="en-US" dirty="0" err="1" smtClean="0"/>
              <a:t>daxilində</a:t>
            </a:r>
            <a:r>
              <a:rPr lang="en-US" dirty="0" smtClean="0"/>
              <a:t> </a:t>
            </a:r>
            <a:r>
              <a:rPr lang="en-US" dirty="0" err="1" smtClean="0"/>
              <a:t>olan</a:t>
            </a:r>
            <a:r>
              <a:rPr lang="en-US" dirty="0" smtClean="0"/>
              <a:t> </a:t>
            </a:r>
            <a:r>
              <a:rPr lang="en-US" dirty="0" err="1" smtClean="0"/>
              <a:t>əmrlər</a:t>
            </a:r>
            <a:r>
              <a:rPr lang="en-US" dirty="0" smtClean="0"/>
              <a:t> </a:t>
            </a:r>
            <a:r>
              <a:rPr lang="en-US" dirty="0" err="1" smtClean="0"/>
              <a:t>bunlardır</a:t>
            </a:r>
            <a:r>
              <a:rPr lang="en-US" dirty="0" smtClean="0"/>
              <a:t>: POST (</a:t>
            </a:r>
            <a:r>
              <a:rPr lang="en-US" dirty="0" err="1" smtClean="0"/>
              <a:t>ingiliscə</a:t>
            </a:r>
            <a:r>
              <a:rPr lang="en-US" dirty="0" smtClean="0"/>
              <a:t>: Power On Self Test) – </a:t>
            </a:r>
            <a:r>
              <a:rPr lang="en-US" dirty="0" err="1" smtClean="0"/>
              <a:t>kompüter</a:t>
            </a:r>
            <a:r>
              <a:rPr lang="en-US" dirty="0" smtClean="0"/>
              <a:t> </a:t>
            </a:r>
            <a:r>
              <a:rPr lang="en-US" dirty="0" err="1" smtClean="0"/>
              <a:t>qoşulduqda</a:t>
            </a:r>
            <a:r>
              <a:rPr lang="en-US" dirty="0" smtClean="0"/>
              <a:t> </a:t>
            </a:r>
            <a:r>
              <a:rPr lang="en-US" dirty="0" err="1" smtClean="0"/>
              <a:t>qurğuların</a:t>
            </a:r>
            <a:r>
              <a:rPr lang="en-US" dirty="0" smtClean="0"/>
              <a:t> </a:t>
            </a:r>
            <a:r>
              <a:rPr lang="en-US" dirty="0" err="1" smtClean="0"/>
              <a:t>elektrik</a:t>
            </a:r>
            <a:r>
              <a:rPr lang="en-US" dirty="0" smtClean="0"/>
              <a:t> </a:t>
            </a:r>
            <a:r>
              <a:rPr lang="en-US" dirty="0" err="1" smtClean="0"/>
              <a:t>enerjisinə</a:t>
            </a:r>
            <a:r>
              <a:rPr lang="en-US" dirty="0" smtClean="0"/>
              <a:t> </a:t>
            </a:r>
            <a:r>
              <a:rPr lang="en-US" dirty="0" err="1" smtClean="0"/>
              <a:t>qoşulmasını</a:t>
            </a:r>
            <a:r>
              <a:rPr lang="en-US" dirty="0" smtClean="0"/>
              <a:t> </a:t>
            </a:r>
            <a:r>
              <a:rPr lang="en-US" dirty="0" err="1" smtClean="0"/>
              <a:t>yoxlayır</a:t>
            </a:r>
            <a:r>
              <a:rPr lang="en-US" dirty="0" smtClean="0"/>
              <a:t>; CMOS (</a:t>
            </a:r>
            <a:r>
              <a:rPr lang="en-US" dirty="0" err="1" smtClean="0"/>
              <a:t>ingiliscə</a:t>
            </a:r>
            <a:r>
              <a:rPr lang="en-US" dirty="0" smtClean="0"/>
              <a:t>: Complementary metal-oxide semiconductor) – </a:t>
            </a:r>
            <a:r>
              <a:rPr lang="en-US" dirty="0" err="1" smtClean="0"/>
              <a:t>Fərdi</a:t>
            </a:r>
            <a:r>
              <a:rPr lang="en-US" dirty="0" smtClean="0"/>
              <a:t> </a:t>
            </a:r>
            <a:r>
              <a:rPr lang="en-US" dirty="0" err="1" smtClean="0"/>
              <a:t>kompüterlərə</a:t>
            </a:r>
            <a:r>
              <a:rPr lang="en-US" dirty="0" smtClean="0"/>
              <a:t> </a:t>
            </a:r>
            <a:r>
              <a:rPr lang="en-US" dirty="0" err="1" smtClean="0"/>
              <a:t>xidmət</a:t>
            </a:r>
            <a:r>
              <a:rPr lang="en-US" dirty="0" smtClean="0"/>
              <a:t> </a:t>
            </a:r>
            <a:r>
              <a:rPr lang="en-US" dirty="0" err="1" smtClean="0"/>
              <a:t>göstərən</a:t>
            </a:r>
            <a:r>
              <a:rPr lang="en-US" dirty="0" smtClean="0"/>
              <a:t> </a:t>
            </a:r>
            <a:r>
              <a:rPr lang="en-US" dirty="0" err="1" smtClean="0"/>
              <a:t>proqramların</a:t>
            </a:r>
            <a:r>
              <a:rPr lang="en-US" dirty="0" smtClean="0"/>
              <a:t> </a:t>
            </a:r>
            <a:r>
              <a:rPr lang="en-US" dirty="0" err="1" smtClean="0"/>
              <a:t>işləməsi</a:t>
            </a:r>
            <a:r>
              <a:rPr lang="en-US" dirty="0" smtClean="0"/>
              <a:t> </a:t>
            </a:r>
            <a:r>
              <a:rPr lang="en-US" dirty="0" err="1" smtClean="0"/>
              <a:t>üçün</a:t>
            </a:r>
            <a:r>
              <a:rPr lang="en-US" dirty="0" smtClean="0"/>
              <a:t> </a:t>
            </a:r>
            <a:r>
              <a:rPr lang="en-US" dirty="0" err="1" smtClean="0"/>
              <a:t>cari</a:t>
            </a:r>
            <a:r>
              <a:rPr lang="en-US" dirty="0" smtClean="0"/>
              <a:t> </a:t>
            </a:r>
            <a:r>
              <a:rPr lang="en-US" dirty="0" err="1" smtClean="0"/>
              <a:t>tarix</a:t>
            </a:r>
            <a:r>
              <a:rPr lang="en-US" dirty="0" smtClean="0"/>
              <a:t>, </a:t>
            </a:r>
            <a:r>
              <a:rPr lang="en-US" dirty="0" err="1" smtClean="0"/>
              <a:t>saat</a:t>
            </a:r>
            <a:r>
              <a:rPr lang="en-US" dirty="0" smtClean="0"/>
              <a:t>, </a:t>
            </a:r>
            <a:r>
              <a:rPr lang="en-US" dirty="0" err="1" smtClean="0"/>
              <a:t>kompüterin</a:t>
            </a:r>
            <a:r>
              <a:rPr lang="en-US" dirty="0" smtClean="0"/>
              <a:t> </a:t>
            </a:r>
            <a:r>
              <a:rPr lang="en-US" dirty="0" err="1" smtClean="0"/>
              <a:t>konfiqurasiyası</a:t>
            </a:r>
            <a:r>
              <a:rPr lang="en-US" dirty="0" smtClean="0"/>
              <a:t> </a:t>
            </a:r>
            <a:r>
              <a:rPr lang="en-US" dirty="0" err="1" smtClean="0"/>
              <a:t>haqqında</a:t>
            </a:r>
            <a:r>
              <a:rPr lang="en-US" dirty="0" smtClean="0"/>
              <a:t> </a:t>
            </a:r>
            <a:r>
              <a:rPr lang="en-US" dirty="0" err="1" smtClean="0"/>
              <a:t>müəyyən</a:t>
            </a:r>
            <a:r>
              <a:rPr lang="en-US" dirty="0" smtClean="0"/>
              <a:t> </a:t>
            </a:r>
            <a:r>
              <a:rPr lang="en-US" dirty="0" err="1" smtClean="0"/>
              <a:t>informasiya</a:t>
            </a:r>
            <a:r>
              <a:rPr lang="en-US" dirty="0" smtClean="0"/>
              <a:t> </a:t>
            </a:r>
            <a:r>
              <a:rPr lang="en-US" dirty="0" err="1" smtClean="0"/>
              <a:t>lazım</a:t>
            </a:r>
            <a:r>
              <a:rPr lang="en-US" dirty="0" smtClean="0"/>
              <a:t> </a:t>
            </a:r>
            <a:r>
              <a:rPr lang="en-US" dirty="0" err="1" smtClean="0"/>
              <a:t>olur</a:t>
            </a:r>
            <a:r>
              <a:rPr lang="en-US" dirty="0" smtClean="0"/>
              <a:t>. </a:t>
            </a:r>
            <a:r>
              <a:rPr lang="en-US" dirty="0" err="1" smtClean="0"/>
              <a:t>Bütün</a:t>
            </a:r>
            <a:r>
              <a:rPr lang="en-US" dirty="0" smtClean="0"/>
              <a:t> </a:t>
            </a:r>
            <a:r>
              <a:rPr lang="en-US" dirty="0" err="1" smtClean="0"/>
              <a:t>bu</a:t>
            </a:r>
            <a:r>
              <a:rPr lang="en-US" dirty="0" smtClean="0"/>
              <a:t> </a:t>
            </a:r>
            <a:r>
              <a:rPr lang="en-US" dirty="0" err="1" smtClean="0"/>
              <a:t>verilənlər</a:t>
            </a:r>
            <a:r>
              <a:rPr lang="en-US" dirty="0" smtClean="0"/>
              <a:t> CMOS-da </a:t>
            </a:r>
            <a:r>
              <a:rPr lang="en-US" dirty="0" err="1" smtClean="0"/>
              <a:t>saxlanılır</a:t>
            </a:r>
            <a:r>
              <a:rPr lang="en-US" dirty="0" smtClean="0"/>
              <a:t>. BIOS (</a:t>
            </a:r>
            <a:r>
              <a:rPr lang="en-US" dirty="0" err="1" smtClean="0"/>
              <a:t>ingiliscə</a:t>
            </a:r>
            <a:r>
              <a:rPr lang="en-US" dirty="0" smtClean="0"/>
              <a:t>: "Basic </a:t>
            </a:r>
            <a:r>
              <a:rPr lang="en-US" dirty="0" err="1" smtClean="0"/>
              <a:t>Input/Output</a:t>
            </a:r>
            <a:r>
              <a:rPr lang="en-US" dirty="0" smtClean="0"/>
              <a:t> System") – </a:t>
            </a:r>
            <a:r>
              <a:rPr lang="en-US" dirty="0" err="1" smtClean="0"/>
              <a:t>avadanlıqlarla</a:t>
            </a:r>
            <a:r>
              <a:rPr lang="en-US" dirty="0" smtClean="0"/>
              <a:t> </a:t>
            </a:r>
            <a:r>
              <a:rPr lang="en-US" dirty="0" err="1" smtClean="0"/>
              <a:t>müxtəlif</a:t>
            </a:r>
            <a:r>
              <a:rPr lang="en-US" dirty="0" smtClean="0"/>
              <a:t> </a:t>
            </a:r>
            <a:r>
              <a:rPr lang="en-US" dirty="0" err="1" smtClean="0"/>
              <a:t>əməliyyatlar</a:t>
            </a:r>
            <a:r>
              <a:rPr lang="en-US" dirty="0" smtClean="0"/>
              <a:t> </a:t>
            </a:r>
            <a:r>
              <a:rPr lang="en-US" dirty="0" err="1" smtClean="0"/>
              <a:t>aparmaq</a:t>
            </a:r>
            <a:r>
              <a:rPr lang="en-US" dirty="0" smtClean="0"/>
              <a:t> </a:t>
            </a:r>
            <a:r>
              <a:rPr lang="en-US" dirty="0" err="1" smtClean="0"/>
              <a:t>üçün</a:t>
            </a:r>
            <a:r>
              <a:rPr lang="en-US" dirty="0" smtClean="0"/>
              <a:t> </a:t>
            </a:r>
            <a:r>
              <a:rPr lang="en-US" dirty="0" err="1" smtClean="0"/>
              <a:t>tətbiq</a:t>
            </a:r>
            <a:r>
              <a:rPr lang="en-US" dirty="0" smtClean="0"/>
              <a:t> </a:t>
            </a:r>
            <a:r>
              <a:rPr lang="en-US" dirty="0" err="1" smtClean="0"/>
              <a:t>olunur</a:t>
            </a:r>
            <a:r>
              <a:rPr lang="en-US" dirty="0" smtClean="0"/>
              <a:t>; BOOT (</a:t>
            </a:r>
            <a:r>
              <a:rPr lang="en-US" dirty="0" err="1" smtClean="0"/>
              <a:t>yüklənmə</a:t>
            </a:r>
            <a:r>
              <a:rPr lang="en-US" dirty="0" smtClean="0"/>
              <a:t>) – </a:t>
            </a:r>
            <a:r>
              <a:rPr lang="en-US" dirty="0" err="1" smtClean="0"/>
              <a:t>əməliyyat</a:t>
            </a:r>
            <a:r>
              <a:rPr lang="en-US" dirty="0" smtClean="0"/>
              <a:t> </a:t>
            </a:r>
            <a:r>
              <a:rPr lang="en-US" dirty="0" err="1" smtClean="0"/>
              <a:t>sistemi</a:t>
            </a:r>
            <a:r>
              <a:rPr lang="en-US" dirty="0" smtClean="0"/>
              <a:t> </a:t>
            </a:r>
            <a:r>
              <a:rPr lang="en-US" dirty="0" err="1" smtClean="0"/>
              <a:t>ilə</a:t>
            </a:r>
            <a:r>
              <a:rPr lang="en-US" dirty="0" smtClean="0"/>
              <a:t> </a:t>
            </a:r>
            <a:r>
              <a:rPr lang="en-US" dirty="0" err="1" smtClean="0"/>
              <a:t>bağlı</a:t>
            </a:r>
            <a:r>
              <a:rPr lang="en-US" dirty="0" smtClean="0"/>
              <a:t> </a:t>
            </a:r>
            <a:r>
              <a:rPr lang="en-US" dirty="0" err="1" smtClean="0"/>
              <a:t>olan</a:t>
            </a:r>
            <a:r>
              <a:rPr lang="en-US" dirty="0" smtClean="0"/>
              <a:t> </a:t>
            </a:r>
            <a:r>
              <a:rPr lang="en-US" dirty="0" err="1" smtClean="0"/>
              <a:t>əmrlər</a:t>
            </a:r>
            <a:r>
              <a:rPr lang="en-US" dirty="0" smtClean="0"/>
              <a:t>. </a:t>
            </a: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7952" y="1868209"/>
            <a:ext cx="4597332" cy="2967027"/>
          </a:xfrm>
          <a:prstGeom prst="rect">
            <a:avLst/>
          </a:prstGeom>
        </p:spPr>
      </p:pic>
    </p:spTree>
    <p:extLst>
      <p:ext uri="{BB962C8B-B14F-4D97-AF65-F5344CB8AC3E}">
        <p14:creationId xmlns:p14="http://schemas.microsoft.com/office/powerpoint/2010/main" val="2570505035"/>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QİDA BLOKU</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5215492" y="973917"/>
            <a:ext cx="6858000" cy="51636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az-Latn-AZ" dirty="0"/>
              <a:t>Qida bloku- (ing. power supply unit) kompüterin korpusunun içərisində sistem lövhəsi ilə yanaşı yerləşən xüsusi funksiyaya malik qurğu. Qida blokunun bir sıra vəzifələri var: Ötürülən gərginliyi qəbul edərək, dəyişən cərəyanı sabit cərəyana çevirir; Gərginliyi sistem lövhəsinə və onun elementlərinə paylayır; Xarici yaddaş qurğularına gərginlik ilə təmin edir; Sərinkeş vasitəsilə sistem blokunun içərisinidəki temperatoru nizamlayır; Qida blokunun əsas texniki xarakteristikası onun gücüdür. Gücün (görülən işin bu işin görülməsinə sərf olunan zaman müddəti) vahidi vattdır. Sistem blokunun daxilinə nə qədər çox qurğular quraşdırılarsa, (yaddaş qurğuları, yaddaş mikrosxemləri, genişləndirmə lövhələri və b.) qida bloku da daha güclü olmalıdır. Adi kompüterlər 150–200 vatt , daha güclü sistemlər isə 300 və hətta 350 vatt güc işlədir. Kompüter çalışarkən əsasən çıxan səs mənbəyi məhz qida blokunun səsidir, daha doğrusu sistem blokunun daxilində temperaturu tənzimləmək üçün qida blokunda quraşdırılmış sərinkeşdir</a:t>
            </a:r>
            <a:r>
              <a:rPr lang="az-Latn-AZ" dirty="0" smtClean="0"/>
              <a:t>.</a:t>
            </a:r>
            <a:endParaRPr lang="az-Latn-AZ"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122" y="1385455"/>
            <a:ext cx="4378036" cy="4378036"/>
          </a:xfrm>
          <a:prstGeom prst="rect">
            <a:avLst/>
          </a:prstGeom>
        </p:spPr>
      </p:pic>
    </p:spTree>
    <p:extLst>
      <p:ext uri="{BB962C8B-B14F-4D97-AF65-F5344CB8AC3E}">
        <p14:creationId xmlns:p14="http://schemas.microsoft.com/office/powerpoint/2010/main" val="2981855360"/>
      </p:ext>
    </p:extLst>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VİDEO ADAPTER</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243442" y="909522"/>
            <a:ext cx="6858000" cy="58007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Video adapter, </a:t>
            </a:r>
            <a:r>
              <a:rPr lang="en-US" dirty="0" err="1"/>
              <a:t>ya</a:t>
            </a:r>
            <a:r>
              <a:rPr lang="en-US" dirty="0"/>
              <a:t> da </a:t>
            </a:r>
            <a:r>
              <a:rPr lang="en-US" dirty="0" err="1"/>
              <a:t>görüntü</a:t>
            </a:r>
            <a:r>
              <a:rPr lang="en-US" dirty="0"/>
              <a:t> </a:t>
            </a:r>
            <a:r>
              <a:rPr lang="en-US" dirty="0" err="1"/>
              <a:t>adapteri</a:t>
            </a:r>
            <a:r>
              <a:rPr lang="en-US" dirty="0"/>
              <a:t>, </a:t>
            </a:r>
            <a:r>
              <a:rPr lang="en-US" dirty="0" err="1"/>
              <a:t>bir</a:t>
            </a:r>
            <a:r>
              <a:rPr lang="en-US" dirty="0"/>
              <a:t> </a:t>
            </a:r>
            <a:r>
              <a:rPr lang="en-US" dirty="0" err="1"/>
              <a:t>cihazın</a:t>
            </a:r>
            <a:r>
              <a:rPr lang="en-US" dirty="0"/>
              <a:t> video </a:t>
            </a:r>
            <a:r>
              <a:rPr lang="en-US" dirty="0" err="1"/>
              <a:t>siqnalını</a:t>
            </a:r>
            <a:r>
              <a:rPr lang="en-US" dirty="0"/>
              <a:t> </a:t>
            </a:r>
            <a:r>
              <a:rPr lang="en-US" dirty="0" err="1"/>
              <a:t>bir</a:t>
            </a:r>
            <a:r>
              <a:rPr lang="en-US" dirty="0"/>
              <a:t> </a:t>
            </a:r>
            <a:r>
              <a:rPr lang="en-US" dirty="0" err="1"/>
              <a:t>ekrana</a:t>
            </a:r>
            <a:r>
              <a:rPr lang="en-US" dirty="0"/>
              <a:t> </a:t>
            </a:r>
            <a:r>
              <a:rPr lang="en-US" dirty="0" err="1"/>
              <a:t>göndərmək</a:t>
            </a:r>
            <a:r>
              <a:rPr lang="en-US" dirty="0"/>
              <a:t> </a:t>
            </a:r>
            <a:r>
              <a:rPr lang="en-US" dirty="0" err="1"/>
              <a:t>üçün</a:t>
            </a:r>
            <a:r>
              <a:rPr lang="en-US" dirty="0"/>
              <a:t> </a:t>
            </a:r>
            <a:r>
              <a:rPr lang="en-US" dirty="0" err="1"/>
              <a:t>istifadə</a:t>
            </a:r>
            <a:r>
              <a:rPr lang="en-US" dirty="0"/>
              <a:t> </a:t>
            </a:r>
            <a:r>
              <a:rPr lang="en-US" dirty="0" err="1"/>
              <a:t>olunan</a:t>
            </a:r>
            <a:r>
              <a:rPr lang="en-US" dirty="0"/>
              <a:t> </a:t>
            </a:r>
            <a:r>
              <a:rPr lang="en-US" dirty="0" err="1"/>
              <a:t>bir</a:t>
            </a:r>
            <a:r>
              <a:rPr lang="en-US" dirty="0"/>
              <a:t> </a:t>
            </a:r>
            <a:r>
              <a:rPr lang="en-US" dirty="0" err="1"/>
              <a:t>komponentdir</a:t>
            </a:r>
            <a:r>
              <a:rPr lang="en-US" dirty="0"/>
              <a:t>. Bu adapter, </a:t>
            </a:r>
            <a:r>
              <a:rPr lang="en-US" dirty="0" err="1"/>
              <a:t>müxtəlif</a:t>
            </a:r>
            <a:r>
              <a:rPr lang="en-US" dirty="0"/>
              <a:t> </a:t>
            </a:r>
            <a:r>
              <a:rPr lang="en-US" dirty="0" err="1"/>
              <a:t>formatlarda</a:t>
            </a:r>
            <a:r>
              <a:rPr lang="en-US" dirty="0"/>
              <a:t> </a:t>
            </a:r>
            <a:r>
              <a:rPr lang="en-US" dirty="0" err="1"/>
              <a:t>olan</a:t>
            </a:r>
            <a:r>
              <a:rPr lang="en-US" dirty="0"/>
              <a:t> video </a:t>
            </a:r>
            <a:r>
              <a:rPr lang="en-US" dirty="0" err="1"/>
              <a:t>siqnalları</a:t>
            </a:r>
            <a:r>
              <a:rPr lang="en-US" dirty="0"/>
              <a:t> </a:t>
            </a:r>
            <a:r>
              <a:rPr lang="en-US" dirty="0" err="1"/>
              <a:t>bir-birinə</a:t>
            </a:r>
            <a:r>
              <a:rPr lang="en-US" dirty="0"/>
              <a:t> </a:t>
            </a:r>
            <a:r>
              <a:rPr lang="en-US" dirty="0" err="1"/>
              <a:t>çevirmək</a:t>
            </a:r>
            <a:r>
              <a:rPr lang="en-US" dirty="0"/>
              <a:t> </a:t>
            </a:r>
            <a:r>
              <a:rPr lang="en-US" dirty="0" err="1"/>
              <a:t>və</a:t>
            </a:r>
            <a:r>
              <a:rPr lang="en-US" dirty="0"/>
              <a:t> </a:t>
            </a:r>
            <a:r>
              <a:rPr lang="en-US" dirty="0" err="1"/>
              <a:t>ya</a:t>
            </a:r>
            <a:r>
              <a:rPr lang="en-US" dirty="0"/>
              <a:t> </a:t>
            </a:r>
            <a:r>
              <a:rPr lang="en-US" dirty="0" err="1"/>
              <a:t>uyğunlaşdırmaq</a:t>
            </a:r>
            <a:r>
              <a:rPr lang="en-US" dirty="0"/>
              <a:t> </a:t>
            </a:r>
            <a:r>
              <a:rPr lang="en-US" dirty="0" err="1"/>
              <a:t>üçün</a:t>
            </a:r>
            <a:r>
              <a:rPr lang="en-US" dirty="0"/>
              <a:t> </a:t>
            </a:r>
            <a:r>
              <a:rPr lang="en-US" dirty="0" err="1"/>
              <a:t>işləyir</a:t>
            </a:r>
            <a:r>
              <a:rPr lang="en-US" dirty="0"/>
              <a:t>. Video </a:t>
            </a:r>
            <a:r>
              <a:rPr lang="en-US" dirty="0" err="1"/>
              <a:t>adapterlərin</a:t>
            </a:r>
            <a:r>
              <a:rPr lang="en-US" dirty="0"/>
              <a:t> </a:t>
            </a:r>
            <a:r>
              <a:rPr lang="en-US" dirty="0" err="1"/>
              <a:t>müxtəlif</a:t>
            </a:r>
            <a:r>
              <a:rPr lang="en-US" dirty="0"/>
              <a:t> </a:t>
            </a:r>
            <a:r>
              <a:rPr lang="en-US" dirty="0" err="1"/>
              <a:t>növləri</a:t>
            </a:r>
            <a:r>
              <a:rPr lang="en-US" dirty="0"/>
              <a:t> </a:t>
            </a:r>
            <a:r>
              <a:rPr lang="en-US" dirty="0" err="1"/>
              <a:t>mövcuddur</a:t>
            </a:r>
            <a:r>
              <a:rPr lang="en-US" dirty="0"/>
              <a:t>, </a:t>
            </a:r>
            <a:r>
              <a:rPr lang="en-US" dirty="0" err="1"/>
              <a:t>məsələn</a:t>
            </a:r>
            <a:r>
              <a:rPr lang="en-US" dirty="0"/>
              <a:t>:</a:t>
            </a:r>
          </a:p>
          <a:p>
            <a:r>
              <a:rPr lang="en-US" dirty="0"/>
              <a:t>HDMI </a:t>
            </a:r>
            <a:r>
              <a:rPr lang="en-US" dirty="0" err="1"/>
              <a:t>Adapterlər</a:t>
            </a:r>
            <a:r>
              <a:rPr lang="en-US" dirty="0"/>
              <a:t>: </a:t>
            </a:r>
            <a:r>
              <a:rPr lang="en-US" dirty="0" err="1"/>
              <a:t>Yüksək</a:t>
            </a:r>
            <a:r>
              <a:rPr lang="en-US" dirty="0"/>
              <a:t> </a:t>
            </a:r>
            <a:r>
              <a:rPr lang="en-US" dirty="0" err="1"/>
              <a:t>Təyinatlı</a:t>
            </a:r>
            <a:r>
              <a:rPr lang="en-US" dirty="0"/>
              <a:t> Multimedia </a:t>
            </a:r>
            <a:r>
              <a:rPr lang="en-US" dirty="0" err="1"/>
              <a:t>İnterfeysi</a:t>
            </a:r>
            <a:r>
              <a:rPr lang="en-US" dirty="0"/>
              <a:t> (HDMI) </a:t>
            </a:r>
            <a:r>
              <a:rPr lang="en-US" dirty="0" err="1"/>
              <a:t>adapterləri</a:t>
            </a:r>
            <a:r>
              <a:rPr lang="en-US" dirty="0"/>
              <a:t>, </a:t>
            </a:r>
            <a:r>
              <a:rPr lang="en-US" dirty="0" err="1"/>
              <a:t>videonu</a:t>
            </a:r>
            <a:r>
              <a:rPr lang="en-US" dirty="0"/>
              <a:t> </a:t>
            </a:r>
            <a:r>
              <a:rPr lang="en-US" dirty="0" err="1"/>
              <a:t>və</a:t>
            </a:r>
            <a:r>
              <a:rPr lang="en-US" dirty="0"/>
              <a:t> </a:t>
            </a:r>
            <a:r>
              <a:rPr lang="en-US" dirty="0" err="1"/>
              <a:t>səs</a:t>
            </a:r>
            <a:r>
              <a:rPr lang="en-US" dirty="0"/>
              <a:t> </a:t>
            </a:r>
            <a:r>
              <a:rPr lang="en-US" dirty="0" err="1"/>
              <a:t>siqnalını</a:t>
            </a:r>
            <a:r>
              <a:rPr lang="en-US" dirty="0"/>
              <a:t> </a:t>
            </a:r>
            <a:r>
              <a:rPr lang="en-US" dirty="0" err="1"/>
              <a:t>bir</a:t>
            </a:r>
            <a:r>
              <a:rPr lang="en-US" dirty="0"/>
              <a:t> </a:t>
            </a:r>
            <a:r>
              <a:rPr lang="en-US" dirty="0" err="1"/>
              <a:t>kabel</a:t>
            </a:r>
            <a:r>
              <a:rPr lang="en-US" dirty="0"/>
              <a:t> </a:t>
            </a:r>
            <a:r>
              <a:rPr lang="en-US" dirty="0" err="1"/>
              <a:t>vasitəsilə</a:t>
            </a:r>
            <a:r>
              <a:rPr lang="en-US" dirty="0"/>
              <a:t> </a:t>
            </a:r>
            <a:r>
              <a:rPr lang="en-US" dirty="0" err="1"/>
              <a:t>ötürmək</a:t>
            </a:r>
            <a:r>
              <a:rPr lang="en-US" dirty="0"/>
              <a:t> </a:t>
            </a:r>
            <a:r>
              <a:rPr lang="en-US" dirty="0" err="1"/>
              <a:t>üçün</a:t>
            </a:r>
            <a:r>
              <a:rPr lang="en-US" dirty="0"/>
              <a:t> </a:t>
            </a:r>
            <a:r>
              <a:rPr lang="en-US" dirty="0" err="1"/>
              <a:t>istifadə</a:t>
            </a:r>
            <a:r>
              <a:rPr lang="en-US" dirty="0"/>
              <a:t> </a:t>
            </a:r>
            <a:r>
              <a:rPr lang="en-US" dirty="0" err="1"/>
              <a:t>olunur</a:t>
            </a:r>
            <a:r>
              <a:rPr lang="en-US" dirty="0"/>
              <a:t>. HDMI, </a:t>
            </a:r>
            <a:r>
              <a:rPr lang="en-US" dirty="0" err="1"/>
              <a:t>geniş</a:t>
            </a:r>
            <a:r>
              <a:rPr lang="en-US" dirty="0"/>
              <a:t> </a:t>
            </a:r>
            <a:r>
              <a:rPr lang="en-US" dirty="0" err="1"/>
              <a:t>yayılmış</a:t>
            </a:r>
            <a:r>
              <a:rPr lang="en-US" dirty="0"/>
              <a:t> </a:t>
            </a:r>
            <a:r>
              <a:rPr lang="en-US" dirty="0" err="1"/>
              <a:t>bir</a:t>
            </a:r>
            <a:r>
              <a:rPr lang="en-US" dirty="0"/>
              <a:t> </a:t>
            </a:r>
            <a:r>
              <a:rPr lang="en-US" dirty="0" err="1"/>
              <a:t>standartdır</a:t>
            </a:r>
            <a:r>
              <a:rPr lang="en-US" dirty="0"/>
              <a:t> </a:t>
            </a:r>
            <a:r>
              <a:rPr lang="en-US" dirty="0" err="1"/>
              <a:t>və</a:t>
            </a:r>
            <a:r>
              <a:rPr lang="en-US" dirty="0"/>
              <a:t> </a:t>
            </a:r>
            <a:r>
              <a:rPr lang="en-US" dirty="0" err="1"/>
              <a:t>bir</a:t>
            </a:r>
            <a:r>
              <a:rPr lang="en-US" dirty="0"/>
              <a:t> </a:t>
            </a:r>
            <a:r>
              <a:rPr lang="en-US" dirty="0" err="1"/>
              <a:t>çox</a:t>
            </a:r>
            <a:r>
              <a:rPr lang="en-US" dirty="0"/>
              <a:t> </a:t>
            </a:r>
            <a:r>
              <a:rPr lang="en-US" dirty="0" err="1"/>
              <a:t>cihazda</a:t>
            </a:r>
            <a:r>
              <a:rPr lang="en-US" dirty="0"/>
              <a:t>, </a:t>
            </a:r>
            <a:r>
              <a:rPr lang="en-US" dirty="0" err="1"/>
              <a:t>məsələn</a:t>
            </a:r>
            <a:r>
              <a:rPr lang="en-US" dirty="0"/>
              <a:t>, </a:t>
            </a:r>
            <a:r>
              <a:rPr lang="en-US" dirty="0" err="1"/>
              <a:t>televizorlarda</a:t>
            </a:r>
            <a:r>
              <a:rPr lang="en-US" dirty="0"/>
              <a:t> </a:t>
            </a:r>
            <a:r>
              <a:rPr lang="en-US" dirty="0" err="1"/>
              <a:t>və</a:t>
            </a:r>
            <a:r>
              <a:rPr lang="en-US" dirty="0"/>
              <a:t> </a:t>
            </a:r>
            <a:r>
              <a:rPr lang="en-US" dirty="0" err="1"/>
              <a:t>monitorlarda</a:t>
            </a:r>
            <a:r>
              <a:rPr lang="en-US" dirty="0"/>
              <a:t> </a:t>
            </a:r>
            <a:r>
              <a:rPr lang="en-US" dirty="0" err="1"/>
              <a:t>mövcuddur</a:t>
            </a:r>
            <a:r>
              <a:rPr lang="en-US" dirty="0"/>
              <a:t>.</a:t>
            </a:r>
          </a:p>
          <a:p>
            <a:r>
              <a:rPr lang="en-US" dirty="0"/>
              <a:t>VGA </a:t>
            </a:r>
            <a:r>
              <a:rPr lang="en-US" dirty="0" err="1"/>
              <a:t>Adapterlər</a:t>
            </a:r>
            <a:r>
              <a:rPr lang="en-US" dirty="0"/>
              <a:t>: Video Graphics Array (VGA) </a:t>
            </a:r>
            <a:r>
              <a:rPr lang="en-US" dirty="0" err="1"/>
              <a:t>adapterləri</a:t>
            </a:r>
            <a:r>
              <a:rPr lang="en-US" dirty="0"/>
              <a:t>, </a:t>
            </a:r>
            <a:r>
              <a:rPr lang="en-US" dirty="0" err="1"/>
              <a:t>köhnə</a:t>
            </a:r>
            <a:r>
              <a:rPr lang="en-US" dirty="0"/>
              <a:t> tip </a:t>
            </a:r>
            <a:r>
              <a:rPr lang="en-US" dirty="0" err="1"/>
              <a:t>monitorlar</a:t>
            </a:r>
            <a:r>
              <a:rPr lang="en-US" dirty="0"/>
              <a:t> </a:t>
            </a:r>
            <a:r>
              <a:rPr lang="en-US" dirty="0" err="1"/>
              <a:t>üçün</a:t>
            </a:r>
            <a:r>
              <a:rPr lang="en-US" dirty="0"/>
              <a:t> </a:t>
            </a:r>
            <a:r>
              <a:rPr lang="en-US" dirty="0" err="1"/>
              <a:t>istifadə</a:t>
            </a:r>
            <a:r>
              <a:rPr lang="en-US" dirty="0"/>
              <a:t> </a:t>
            </a:r>
            <a:r>
              <a:rPr lang="en-US" dirty="0" err="1"/>
              <a:t>olunur</a:t>
            </a:r>
            <a:r>
              <a:rPr lang="en-US" dirty="0"/>
              <a:t>. VGA </a:t>
            </a:r>
            <a:r>
              <a:rPr lang="en-US" dirty="0" err="1"/>
              <a:t>analoq</a:t>
            </a:r>
            <a:r>
              <a:rPr lang="en-US" dirty="0"/>
              <a:t> </a:t>
            </a:r>
            <a:r>
              <a:rPr lang="en-US" dirty="0" err="1"/>
              <a:t>siqnal</a:t>
            </a:r>
            <a:r>
              <a:rPr lang="en-US" dirty="0"/>
              <a:t> </a:t>
            </a:r>
            <a:r>
              <a:rPr lang="en-US" dirty="0" err="1"/>
              <a:t>ötürür</a:t>
            </a:r>
            <a:r>
              <a:rPr lang="en-US" dirty="0"/>
              <a:t> </a:t>
            </a:r>
            <a:r>
              <a:rPr lang="en-US" dirty="0" err="1"/>
              <a:t>və</a:t>
            </a:r>
            <a:r>
              <a:rPr lang="en-US" dirty="0"/>
              <a:t> </a:t>
            </a:r>
            <a:r>
              <a:rPr lang="en-US" dirty="0" err="1"/>
              <a:t>yüksək</a:t>
            </a:r>
            <a:r>
              <a:rPr lang="en-US" dirty="0"/>
              <a:t> </a:t>
            </a:r>
            <a:r>
              <a:rPr lang="en-US" dirty="0" err="1"/>
              <a:t>keyfiyyətli</a:t>
            </a:r>
            <a:r>
              <a:rPr lang="en-US" dirty="0"/>
              <a:t> </a:t>
            </a:r>
            <a:r>
              <a:rPr lang="en-US" dirty="0" err="1"/>
              <a:t>görüntü</a:t>
            </a:r>
            <a:r>
              <a:rPr lang="en-US" dirty="0"/>
              <a:t> </a:t>
            </a:r>
            <a:r>
              <a:rPr lang="en-US" dirty="0" err="1"/>
              <a:t>təqdim</a:t>
            </a:r>
            <a:r>
              <a:rPr lang="en-US" dirty="0"/>
              <a:t> </a:t>
            </a:r>
            <a:r>
              <a:rPr lang="en-US" dirty="0" err="1"/>
              <a:t>etmir</a:t>
            </a:r>
            <a:r>
              <a:rPr lang="en-US" dirty="0"/>
              <a:t>.</a:t>
            </a:r>
          </a:p>
          <a:p>
            <a:r>
              <a:rPr lang="en-US" dirty="0"/>
              <a:t>DVI </a:t>
            </a:r>
            <a:r>
              <a:rPr lang="en-US" dirty="0" err="1"/>
              <a:t>Adapterlər</a:t>
            </a:r>
            <a:r>
              <a:rPr lang="en-US" dirty="0"/>
              <a:t>: Digital Visual Interface (DVI) </a:t>
            </a:r>
            <a:r>
              <a:rPr lang="en-US" dirty="0" err="1"/>
              <a:t>adapterləri</a:t>
            </a:r>
            <a:r>
              <a:rPr lang="en-US" dirty="0"/>
              <a:t>, </a:t>
            </a:r>
            <a:r>
              <a:rPr lang="en-US" dirty="0" err="1"/>
              <a:t>daha</a:t>
            </a:r>
            <a:r>
              <a:rPr lang="en-US" dirty="0"/>
              <a:t> </a:t>
            </a:r>
            <a:r>
              <a:rPr lang="en-US" dirty="0" err="1"/>
              <a:t>yüksək</a:t>
            </a:r>
            <a:r>
              <a:rPr lang="en-US" dirty="0"/>
              <a:t> </a:t>
            </a:r>
            <a:r>
              <a:rPr lang="en-US" dirty="0" err="1"/>
              <a:t>görüntü</a:t>
            </a:r>
            <a:r>
              <a:rPr lang="en-US" dirty="0"/>
              <a:t> </a:t>
            </a:r>
            <a:r>
              <a:rPr lang="en-US" dirty="0" err="1"/>
              <a:t>keyfiyyəti</a:t>
            </a:r>
            <a:r>
              <a:rPr lang="en-US" dirty="0"/>
              <a:t> </a:t>
            </a:r>
            <a:r>
              <a:rPr lang="en-US" dirty="0" err="1"/>
              <a:t>təmin</a:t>
            </a:r>
            <a:r>
              <a:rPr lang="en-US" dirty="0"/>
              <a:t> </a:t>
            </a:r>
            <a:r>
              <a:rPr lang="en-US" dirty="0" err="1"/>
              <a:t>edir</a:t>
            </a:r>
            <a:r>
              <a:rPr lang="en-US" dirty="0"/>
              <a:t> </a:t>
            </a:r>
            <a:r>
              <a:rPr lang="en-US" dirty="0" err="1"/>
              <a:t>və</a:t>
            </a:r>
            <a:r>
              <a:rPr lang="en-US" dirty="0"/>
              <a:t> </a:t>
            </a:r>
            <a:r>
              <a:rPr lang="en-US" dirty="0" err="1"/>
              <a:t>həm</a:t>
            </a:r>
            <a:r>
              <a:rPr lang="en-US" dirty="0"/>
              <a:t> </a:t>
            </a:r>
            <a:r>
              <a:rPr lang="en-US" dirty="0" err="1"/>
              <a:t>analoq</a:t>
            </a:r>
            <a:r>
              <a:rPr lang="en-US" dirty="0"/>
              <a:t>, </a:t>
            </a:r>
            <a:r>
              <a:rPr lang="en-US" dirty="0" err="1"/>
              <a:t>həm</a:t>
            </a:r>
            <a:r>
              <a:rPr lang="en-US" dirty="0"/>
              <a:t> </a:t>
            </a:r>
            <a:r>
              <a:rPr lang="en-US" dirty="0" err="1"/>
              <a:t>də</a:t>
            </a:r>
            <a:r>
              <a:rPr lang="en-US" dirty="0"/>
              <a:t> digital </a:t>
            </a:r>
            <a:r>
              <a:rPr lang="en-US" dirty="0" err="1"/>
              <a:t>siqnalı</a:t>
            </a:r>
            <a:r>
              <a:rPr lang="en-US" dirty="0"/>
              <a:t> </a:t>
            </a:r>
            <a:r>
              <a:rPr lang="en-US" dirty="0" err="1"/>
              <a:t>dəstəkləyir</a:t>
            </a:r>
            <a:r>
              <a:rPr lang="en-US" dirty="0"/>
              <a:t>.</a:t>
            </a:r>
          </a:p>
          <a:p>
            <a:r>
              <a:rPr lang="en-US" dirty="0"/>
              <a:t>DisplayPort </a:t>
            </a:r>
            <a:r>
              <a:rPr lang="en-US" dirty="0" err="1"/>
              <a:t>Adapterlər</a:t>
            </a:r>
            <a:r>
              <a:rPr lang="en-US" dirty="0"/>
              <a:t>: DisplayPort, </a:t>
            </a:r>
            <a:r>
              <a:rPr lang="en-US" dirty="0" err="1"/>
              <a:t>müasir</a:t>
            </a:r>
            <a:r>
              <a:rPr lang="en-US" dirty="0"/>
              <a:t> </a:t>
            </a:r>
            <a:r>
              <a:rPr lang="en-US" dirty="0" err="1"/>
              <a:t>monitorlar</a:t>
            </a:r>
            <a:r>
              <a:rPr lang="en-US" dirty="0"/>
              <a:t> </a:t>
            </a:r>
            <a:r>
              <a:rPr lang="en-US" dirty="0" err="1"/>
              <a:t>üçün</a:t>
            </a:r>
            <a:r>
              <a:rPr lang="en-US" dirty="0"/>
              <a:t> </a:t>
            </a:r>
            <a:r>
              <a:rPr lang="en-US" dirty="0" err="1"/>
              <a:t>yüksək</a:t>
            </a:r>
            <a:r>
              <a:rPr lang="en-US" dirty="0"/>
              <a:t> </a:t>
            </a:r>
            <a:r>
              <a:rPr lang="en-US" dirty="0" err="1"/>
              <a:t>keyfiyyətli</a:t>
            </a:r>
            <a:r>
              <a:rPr lang="en-US" dirty="0"/>
              <a:t> </a:t>
            </a:r>
            <a:r>
              <a:rPr lang="en-US" dirty="0" err="1"/>
              <a:t>görüntü</a:t>
            </a:r>
            <a:r>
              <a:rPr lang="en-US" dirty="0"/>
              <a:t> </a:t>
            </a:r>
            <a:r>
              <a:rPr lang="en-US" dirty="0" err="1"/>
              <a:t>ötürmək</a:t>
            </a:r>
            <a:r>
              <a:rPr lang="en-US" dirty="0"/>
              <a:t> </a:t>
            </a:r>
            <a:r>
              <a:rPr lang="en-US" dirty="0" err="1"/>
              <a:t>üçün</a:t>
            </a:r>
            <a:r>
              <a:rPr lang="en-US" dirty="0"/>
              <a:t> </a:t>
            </a:r>
            <a:r>
              <a:rPr lang="en-US" dirty="0" err="1"/>
              <a:t>istifadə</a:t>
            </a:r>
            <a:r>
              <a:rPr lang="en-US" dirty="0"/>
              <a:t> </a:t>
            </a:r>
            <a:r>
              <a:rPr lang="en-US" dirty="0" err="1"/>
              <a:t>olunur</a:t>
            </a:r>
            <a:r>
              <a:rPr lang="en-US" dirty="0"/>
              <a:t>. Bu adapter, </a:t>
            </a:r>
            <a:r>
              <a:rPr lang="en-US" dirty="0" err="1"/>
              <a:t>eyni</a:t>
            </a:r>
            <a:r>
              <a:rPr lang="en-US" dirty="0"/>
              <a:t> </a:t>
            </a:r>
            <a:r>
              <a:rPr lang="en-US" dirty="0" err="1"/>
              <a:t>zamanda</a:t>
            </a:r>
            <a:r>
              <a:rPr lang="en-US" dirty="0"/>
              <a:t> audio </a:t>
            </a:r>
            <a:r>
              <a:rPr lang="en-US" dirty="0" err="1"/>
              <a:t>siqnalını</a:t>
            </a:r>
            <a:r>
              <a:rPr lang="en-US" dirty="0"/>
              <a:t> da </a:t>
            </a:r>
            <a:r>
              <a:rPr lang="en-US" dirty="0" err="1"/>
              <a:t>ötürə</a:t>
            </a:r>
            <a:r>
              <a:rPr lang="en-US" dirty="0"/>
              <a:t> </a:t>
            </a:r>
            <a:r>
              <a:rPr lang="en-US" dirty="0" err="1"/>
              <a:t>bilir</a:t>
            </a:r>
            <a:r>
              <a:rPr lang="en-US" dirty="0"/>
              <a:t>.</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3742" y="1109808"/>
            <a:ext cx="4485752" cy="4485752"/>
          </a:xfrm>
          <a:prstGeom prst="rect">
            <a:avLst/>
          </a:prstGeom>
        </p:spPr>
      </p:pic>
    </p:spTree>
    <p:extLst>
      <p:ext uri="{BB962C8B-B14F-4D97-AF65-F5344CB8AC3E}">
        <p14:creationId xmlns:p14="http://schemas.microsoft.com/office/powerpoint/2010/main" val="1182598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8146473"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PORTLAR VƏ BAĞLAYICILAR</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5215492" y="973917"/>
            <a:ext cx="6858000" cy="55377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err="1" smtClean="0"/>
              <a:t>Portlar</a:t>
            </a:r>
            <a:r>
              <a:rPr lang="en-US" dirty="0" smtClean="0"/>
              <a:t> </a:t>
            </a:r>
            <a:r>
              <a:rPr lang="en-US" dirty="0" err="1" smtClean="0"/>
              <a:t>və</a:t>
            </a:r>
            <a:r>
              <a:rPr lang="en-US" dirty="0" smtClean="0"/>
              <a:t> </a:t>
            </a:r>
            <a:r>
              <a:rPr lang="en-US" dirty="0" err="1" smtClean="0"/>
              <a:t>bağlayıcılar</a:t>
            </a:r>
            <a:r>
              <a:rPr lang="en-US" dirty="0" smtClean="0"/>
              <a:t>, </a:t>
            </a:r>
            <a:r>
              <a:rPr lang="en-US" dirty="0" err="1" smtClean="0"/>
              <a:t>cihazlar</a:t>
            </a:r>
            <a:r>
              <a:rPr lang="en-US" dirty="0" smtClean="0"/>
              <a:t> </a:t>
            </a:r>
            <a:r>
              <a:rPr lang="en-US" dirty="0" err="1" smtClean="0"/>
              <a:t>arasında</a:t>
            </a:r>
            <a:r>
              <a:rPr lang="en-US" dirty="0" smtClean="0"/>
              <a:t> </a:t>
            </a:r>
            <a:r>
              <a:rPr lang="en-US" dirty="0" err="1" smtClean="0"/>
              <a:t>məlumat</a:t>
            </a:r>
            <a:r>
              <a:rPr lang="en-US" dirty="0" smtClean="0"/>
              <a:t> </a:t>
            </a:r>
            <a:r>
              <a:rPr lang="en-US" dirty="0" err="1" smtClean="0"/>
              <a:t>və</a:t>
            </a:r>
            <a:r>
              <a:rPr lang="en-US" dirty="0" smtClean="0"/>
              <a:t> </a:t>
            </a:r>
            <a:r>
              <a:rPr lang="en-US" dirty="0" err="1" smtClean="0"/>
              <a:t>enerji</a:t>
            </a:r>
            <a:r>
              <a:rPr lang="en-US" dirty="0" smtClean="0"/>
              <a:t> </a:t>
            </a:r>
            <a:r>
              <a:rPr lang="en-US" dirty="0" err="1" smtClean="0"/>
              <a:t>ötürmək</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olunan</a:t>
            </a:r>
            <a:r>
              <a:rPr lang="en-US" dirty="0" smtClean="0"/>
              <a:t> </a:t>
            </a:r>
            <a:r>
              <a:rPr lang="en-US" dirty="0" err="1" smtClean="0"/>
              <a:t>fiziki</a:t>
            </a:r>
            <a:r>
              <a:rPr lang="en-US" dirty="0" smtClean="0"/>
              <a:t> </a:t>
            </a:r>
            <a:r>
              <a:rPr lang="en-US" dirty="0" err="1" smtClean="0"/>
              <a:t>bağlantılardır</a:t>
            </a:r>
            <a:r>
              <a:rPr lang="en-US" dirty="0" smtClean="0"/>
              <a:t>. </a:t>
            </a:r>
            <a:r>
              <a:rPr lang="en-US" dirty="0" err="1" smtClean="0"/>
              <a:t>Hər</a:t>
            </a:r>
            <a:r>
              <a:rPr lang="en-US" dirty="0" smtClean="0"/>
              <a:t> </a:t>
            </a:r>
            <a:r>
              <a:rPr lang="en-US" dirty="0" err="1" smtClean="0"/>
              <a:t>biri</a:t>
            </a:r>
            <a:r>
              <a:rPr lang="en-US" dirty="0" smtClean="0"/>
              <a:t> </a:t>
            </a:r>
            <a:r>
              <a:rPr lang="en-US" dirty="0" err="1" smtClean="0"/>
              <a:t>müxtəlif</a:t>
            </a:r>
            <a:r>
              <a:rPr lang="en-US" dirty="0" smtClean="0"/>
              <a:t> </a:t>
            </a:r>
            <a:r>
              <a:rPr lang="en-US" dirty="0" err="1" smtClean="0"/>
              <a:t>məqsədlərə</a:t>
            </a:r>
            <a:r>
              <a:rPr lang="en-US" dirty="0" smtClean="0"/>
              <a:t> </a:t>
            </a:r>
            <a:r>
              <a:rPr lang="en-US" dirty="0" err="1" smtClean="0"/>
              <a:t>xidmət</a:t>
            </a:r>
            <a:r>
              <a:rPr lang="en-US" dirty="0" smtClean="0"/>
              <a:t> </a:t>
            </a:r>
            <a:r>
              <a:rPr lang="en-US" dirty="0" err="1" smtClean="0"/>
              <a:t>edir</a:t>
            </a:r>
            <a:r>
              <a:rPr lang="en-US" dirty="0" smtClean="0"/>
              <a:t> </a:t>
            </a:r>
            <a:r>
              <a:rPr lang="en-US" dirty="0" err="1" smtClean="0"/>
              <a:t>və</a:t>
            </a:r>
            <a:r>
              <a:rPr lang="en-US" dirty="0" smtClean="0"/>
              <a:t> </a:t>
            </a:r>
            <a:r>
              <a:rPr lang="en-US" dirty="0" err="1" smtClean="0"/>
              <a:t>fərqli</a:t>
            </a:r>
            <a:r>
              <a:rPr lang="en-US" dirty="0" smtClean="0"/>
              <a:t> </a:t>
            </a:r>
            <a:r>
              <a:rPr lang="en-US" dirty="0" err="1" smtClean="0"/>
              <a:t>formatlarda</a:t>
            </a:r>
            <a:r>
              <a:rPr lang="en-US" dirty="0" smtClean="0"/>
              <a:t> </a:t>
            </a:r>
            <a:r>
              <a:rPr lang="en-US" dirty="0" err="1" smtClean="0"/>
              <a:t>olur</a:t>
            </a:r>
            <a:r>
              <a:rPr lang="en-US" dirty="0" smtClean="0"/>
              <a:t>. </a:t>
            </a:r>
            <a:r>
              <a:rPr lang="en-US" dirty="0" err="1" smtClean="0"/>
              <a:t>Budur</a:t>
            </a:r>
            <a:r>
              <a:rPr lang="en-US" dirty="0" smtClean="0"/>
              <a:t>, </a:t>
            </a:r>
            <a:r>
              <a:rPr lang="en-US" dirty="0" err="1" smtClean="0"/>
              <a:t>bəzi</a:t>
            </a:r>
            <a:r>
              <a:rPr lang="en-US" dirty="0" smtClean="0"/>
              <a:t> </a:t>
            </a:r>
            <a:r>
              <a:rPr lang="en-US" dirty="0" err="1" smtClean="0"/>
              <a:t>əsas</a:t>
            </a:r>
            <a:r>
              <a:rPr lang="en-US" dirty="0" smtClean="0"/>
              <a:t> </a:t>
            </a:r>
            <a:r>
              <a:rPr lang="en-US" dirty="0" err="1" smtClean="0"/>
              <a:t>portlar</a:t>
            </a:r>
            <a:r>
              <a:rPr lang="en-US" dirty="0" smtClean="0"/>
              <a:t> </a:t>
            </a:r>
            <a:r>
              <a:rPr lang="en-US" dirty="0" err="1" smtClean="0"/>
              <a:t>və</a:t>
            </a:r>
            <a:r>
              <a:rPr lang="en-US" dirty="0" smtClean="0"/>
              <a:t> </a:t>
            </a:r>
            <a:r>
              <a:rPr lang="en-US" dirty="0" err="1" smtClean="0"/>
              <a:t>bağlayıcılar</a:t>
            </a:r>
            <a:r>
              <a:rPr lang="en-US" dirty="0" smtClean="0"/>
              <a:t>:</a:t>
            </a:r>
          </a:p>
          <a:p>
            <a:r>
              <a:rPr lang="en-US" b="1" dirty="0" err="1" smtClean="0"/>
              <a:t>Portlar</a:t>
            </a:r>
            <a:r>
              <a:rPr lang="az-Latn-AZ" b="1" dirty="0" smtClean="0"/>
              <a:t/>
            </a:r>
            <a:br>
              <a:rPr lang="az-Latn-AZ" b="1" dirty="0" smtClean="0"/>
            </a:br>
            <a:endParaRPr lang="en-US" b="1" dirty="0" smtClean="0"/>
          </a:p>
          <a:p>
            <a:r>
              <a:rPr lang="en-US" b="1" dirty="0" smtClean="0"/>
              <a:t>USB (Universal Serial Bus)</a:t>
            </a:r>
            <a:r>
              <a:rPr lang="en-US" dirty="0" smtClean="0"/>
              <a:t>:</a:t>
            </a:r>
          </a:p>
          <a:p>
            <a:pPr lvl="1"/>
            <a:r>
              <a:rPr lang="en-US" b="1" dirty="0" smtClean="0"/>
              <a:t>USB-A</a:t>
            </a:r>
            <a:r>
              <a:rPr lang="en-US" dirty="0" smtClean="0"/>
              <a:t>: </a:t>
            </a:r>
            <a:r>
              <a:rPr lang="en-US" dirty="0" err="1" smtClean="0"/>
              <a:t>Ən</a:t>
            </a:r>
            <a:r>
              <a:rPr lang="en-US" dirty="0" smtClean="0"/>
              <a:t> </a:t>
            </a:r>
            <a:r>
              <a:rPr lang="en-US" dirty="0" err="1" smtClean="0"/>
              <a:t>geniş</a:t>
            </a:r>
            <a:r>
              <a:rPr lang="en-US" dirty="0" smtClean="0"/>
              <a:t> </a:t>
            </a:r>
            <a:r>
              <a:rPr lang="en-US" dirty="0" err="1" smtClean="0"/>
              <a:t>yayılmış</a:t>
            </a:r>
            <a:r>
              <a:rPr lang="en-US" dirty="0" smtClean="0"/>
              <a:t> </a:t>
            </a:r>
            <a:r>
              <a:rPr lang="en-US" dirty="0" err="1" smtClean="0"/>
              <a:t>formadır</a:t>
            </a:r>
            <a:r>
              <a:rPr lang="en-US" dirty="0" smtClean="0"/>
              <a:t>; </a:t>
            </a:r>
            <a:r>
              <a:rPr lang="en-US" dirty="0" err="1" smtClean="0"/>
              <a:t>müxtəlif</a:t>
            </a:r>
            <a:r>
              <a:rPr lang="en-US" dirty="0" smtClean="0"/>
              <a:t> </a:t>
            </a:r>
            <a:r>
              <a:rPr lang="en-US" dirty="0" err="1" smtClean="0"/>
              <a:t>cihazlara</a:t>
            </a:r>
            <a:r>
              <a:rPr lang="en-US" dirty="0" smtClean="0"/>
              <a:t> </a:t>
            </a:r>
            <a:r>
              <a:rPr lang="en-US" dirty="0" err="1" smtClean="0"/>
              <a:t>qoşulur</a:t>
            </a:r>
            <a:r>
              <a:rPr lang="en-US" dirty="0" smtClean="0"/>
              <a:t>.</a:t>
            </a:r>
          </a:p>
          <a:p>
            <a:pPr lvl="1"/>
            <a:r>
              <a:rPr lang="en-US" b="1" dirty="0" smtClean="0"/>
              <a:t>USB-C</a:t>
            </a:r>
            <a:r>
              <a:rPr lang="en-US" dirty="0" smtClean="0"/>
              <a:t>: </a:t>
            </a:r>
            <a:r>
              <a:rPr lang="en-US" dirty="0" err="1" smtClean="0"/>
              <a:t>İki</a:t>
            </a:r>
            <a:r>
              <a:rPr lang="en-US" dirty="0" smtClean="0"/>
              <a:t> </a:t>
            </a:r>
            <a:r>
              <a:rPr lang="en-US" dirty="0" err="1" smtClean="0"/>
              <a:t>tərəfli</a:t>
            </a:r>
            <a:r>
              <a:rPr lang="en-US" dirty="0" smtClean="0"/>
              <a:t>, </a:t>
            </a:r>
            <a:r>
              <a:rPr lang="en-US" dirty="0" err="1" smtClean="0"/>
              <a:t>daha</a:t>
            </a:r>
            <a:r>
              <a:rPr lang="en-US" dirty="0" smtClean="0"/>
              <a:t> </a:t>
            </a:r>
            <a:r>
              <a:rPr lang="en-US" dirty="0" err="1" smtClean="0"/>
              <a:t>sürətli</a:t>
            </a:r>
            <a:r>
              <a:rPr lang="en-US" dirty="0" smtClean="0"/>
              <a:t> data </a:t>
            </a:r>
            <a:r>
              <a:rPr lang="en-US" dirty="0" err="1" smtClean="0"/>
              <a:t>ötürmə</a:t>
            </a:r>
            <a:r>
              <a:rPr lang="en-US" dirty="0" smtClean="0"/>
              <a:t> </a:t>
            </a:r>
            <a:r>
              <a:rPr lang="en-US" dirty="0" err="1" smtClean="0"/>
              <a:t>və</a:t>
            </a:r>
            <a:r>
              <a:rPr lang="en-US" dirty="0" smtClean="0"/>
              <a:t> </a:t>
            </a:r>
            <a:r>
              <a:rPr lang="en-US" dirty="0" err="1" smtClean="0"/>
              <a:t>enerji</a:t>
            </a:r>
            <a:r>
              <a:rPr lang="en-US" dirty="0" smtClean="0"/>
              <a:t> </a:t>
            </a:r>
            <a:r>
              <a:rPr lang="en-US" dirty="0" err="1" smtClean="0"/>
              <a:t>təmin</a:t>
            </a:r>
            <a:r>
              <a:rPr lang="en-US" dirty="0" smtClean="0"/>
              <a:t> </a:t>
            </a:r>
            <a:r>
              <a:rPr lang="en-US" dirty="0" err="1" smtClean="0"/>
              <a:t>etmə</a:t>
            </a:r>
            <a:r>
              <a:rPr lang="en-US" dirty="0" smtClean="0"/>
              <a:t> </a:t>
            </a:r>
            <a:r>
              <a:rPr lang="en-US" dirty="0" err="1" smtClean="0"/>
              <a:t>imkanı</a:t>
            </a:r>
            <a:r>
              <a:rPr lang="en-US" dirty="0" smtClean="0"/>
              <a:t> var.</a:t>
            </a:r>
          </a:p>
          <a:p>
            <a:r>
              <a:rPr lang="en-US" b="1" dirty="0" smtClean="0"/>
              <a:t>HDMI (High-Definition Multimedia Interface)</a:t>
            </a:r>
            <a:r>
              <a:rPr lang="en-US" dirty="0" smtClean="0"/>
              <a:t>:</a:t>
            </a:r>
          </a:p>
          <a:p>
            <a:pPr lvl="1"/>
            <a:r>
              <a:rPr lang="en-US" dirty="0" err="1" smtClean="0"/>
              <a:t>Yüksək</a:t>
            </a:r>
            <a:r>
              <a:rPr lang="en-US" dirty="0" smtClean="0"/>
              <a:t> </a:t>
            </a:r>
            <a:r>
              <a:rPr lang="en-US" dirty="0" err="1" smtClean="0"/>
              <a:t>keyfiyyətli</a:t>
            </a:r>
            <a:r>
              <a:rPr lang="en-US" dirty="0" smtClean="0"/>
              <a:t> video </a:t>
            </a:r>
            <a:r>
              <a:rPr lang="en-US" dirty="0" err="1" smtClean="0"/>
              <a:t>və</a:t>
            </a:r>
            <a:r>
              <a:rPr lang="en-US" dirty="0" smtClean="0"/>
              <a:t> audio </a:t>
            </a:r>
            <a:r>
              <a:rPr lang="en-US" dirty="0" err="1" smtClean="0"/>
              <a:t>ötürmək</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olunur</a:t>
            </a:r>
            <a:r>
              <a:rPr lang="en-US" dirty="0" smtClean="0"/>
              <a:t>. </a:t>
            </a:r>
            <a:r>
              <a:rPr lang="en-US" dirty="0" err="1" smtClean="0"/>
              <a:t>Televizorlar</a:t>
            </a:r>
            <a:r>
              <a:rPr lang="en-US" dirty="0" smtClean="0"/>
              <a:t>, </a:t>
            </a:r>
            <a:r>
              <a:rPr lang="en-US" dirty="0" err="1" smtClean="0"/>
              <a:t>monitorlar</a:t>
            </a:r>
            <a:r>
              <a:rPr lang="en-US" dirty="0" smtClean="0"/>
              <a:t> </a:t>
            </a:r>
            <a:r>
              <a:rPr lang="en-US" dirty="0" err="1" smtClean="0"/>
              <a:t>və</a:t>
            </a:r>
            <a:r>
              <a:rPr lang="en-US" dirty="0" smtClean="0"/>
              <a:t> </a:t>
            </a:r>
            <a:r>
              <a:rPr lang="en-US" dirty="0" err="1" smtClean="0"/>
              <a:t>layihələrdə</a:t>
            </a:r>
            <a:r>
              <a:rPr lang="en-US" dirty="0" smtClean="0"/>
              <a:t> </a:t>
            </a:r>
            <a:r>
              <a:rPr lang="en-US" dirty="0" err="1" smtClean="0"/>
              <a:t>geniş</a:t>
            </a:r>
            <a:r>
              <a:rPr lang="en-US" dirty="0" smtClean="0"/>
              <a:t> </a:t>
            </a:r>
            <a:r>
              <a:rPr lang="en-US" dirty="0" err="1" smtClean="0"/>
              <a:t>yayılmışdır</a:t>
            </a:r>
            <a:r>
              <a:rPr lang="en-US" dirty="0" smtClean="0"/>
              <a:t>.</a:t>
            </a:r>
          </a:p>
          <a:p>
            <a:r>
              <a:rPr lang="en-US" b="1" dirty="0" smtClean="0"/>
              <a:t>VGA (Video Graphics Array)</a:t>
            </a:r>
            <a:r>
              <a:rPr lang="en-US" dirty="0" smtClean="0"/>
              <a:t>:</a:t>
            </a:r>
          </a:p>
          <a:p>
            <a:pPr lvl="1"/>
            <a:r>
              <a:rPr lang="en-US" dirty="0" err="1" smtClean="0"/>
              <a:t>Köhnə</a:t>
            </a:r>
            <a:r>
              <a:rPr lang="en-US" dirty="0" smtClean="0"/>
              <a:t> </a:t>
            </a:r>
            <a:r>
              <a:rPr lang="en-US" dirty="0" err="1" smtClean="0"/>
              <a:t>monitorlar</a:t>
            </a:r>
            <a:r>
              <a:rPr lang="en-US" dirty="0" smtClean="0"/>
              <a:t> </a:t>
            </a:r>
            <a:r>
              <a:rPr lang="en-US" dirty="0" err="1" smtClean="0"/>
              <a:t>üçün</a:t>
            </a:r>
            <a:r>
              <a:rPr lang="en-US" dirty="0" smtClean="0"/>
              <a:t> </a:t>
            </a:r>
            <a:r>
              <a:rPr lang="en-US" dirty="0" err="1" smtClean="0"/>
              <a:t>analoq</a:t>
            </a:r>
            <a:r>
              <a:rPr lang="en-US" dirty="0" smtClean="0"/>
              <a:t> </a:t>
            </a:r>
            <a:r>
              <a:rPr lang="en-US" dirty="0" err="1" smtClean="0"/>
              <a:t>görüntü</a:t>
            </a:r>
            <a:r>
              <a:rPr lang="en-US" dirty="0" smtClean="0"/>
              <a:t> </a:t>
            </a:r>
            <a:r>
              <a:rPr lang="en-US" dirty="0" err="1" smtClean="0"/>
              <a:t>ötürmək</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olunur</a:t>
            </a:r>
            <a:r>
              <a:rPr lang="en-US" dirty="0" smtClean="0"/>
              <a:t>. </a:t>
            </a:r>
            <a:r>
              <a:rPr lang="en-US" dirty="0" err="1" smtClean="0"/>
              <a:t>Qabaqcıl</a:t>
            </a:r>
            <a:r>
              <a:rPr lang="en-US" dirty="0" smtClean="0"/>
              <a:t> </a:t>
            </a:r>
            <a:r>
              <a:rPr lang="en-US" dirty="0" err="1" smtClean="0"/>
              <a:t>görüntü</a:t>
            </a:r>
            <a:r>
              <a:rPr lang="en-US" dirty="0" smtClean="0"/>
              <a:t> </a:t>
            </a:r>
            <a:r>
              <a:rPr lang="en-US" dirty="0" err="1" smtClean="0"/>
              <a:t>keyfiyyəti</a:t>
            </a:r>
            <a:r>
              <a:rPr lang="en-US" dirty="0" smtClean="0"/>
              <a:t> </a:t>
            </a:r>
            <a:r>
              <a:rPr lang="en-US" dirty="0" err="1" smtClean="0"/>
              <a:t>təqdim</a:t>
            </a:r>
            <a:r>
              <a:rPr lang="en-US" dirty="0" smtClean="0"/>
              <a:t> </a:t>
            </a:r>
            <a:r>
              <a:rPr lang="en-US" dirty="0" err="1" smtClean="0"/>
              <a:t>etmir</a:t>
            </a:r>
            <a:r>
              <a:rPr lang="en-US" dirty="0" smtClean="0"/>
              <a:t>.</a:t>
            </a:r>
          </a:p>
          <a:p>
            <a:r>
              <a:rPr lang="en-US" b="1" dirty="0" smtClean="0"/>
              <a:t>DVI (Digital Visual Interface)</a:t>
            </a:r>
            <a:r>
              <a:rPr lang="en-US" dirty="0" smtClean="0"/>
              <a:t>:</a:t>
            </a:r>
          </a:p>
          <a:p>
            <a:pPr lvl="1"/>
            <a:r>
              <a:rPr lang="en-US" dirty="0" err="1" smtClean="0"/>
              <a:t>Yüksək</a:t>
            </a:r>
            <a:r>
              <a:rPr lang="en-US" dirty="0" smtClean="0"/>
              <a:t> </a:t>
            </a:r>
            <a:r>
              <a:rPr lang="en-US" dirty="0" err="1" smtClean="0"/>
              <a:t>keyfiyyətli</a:t>
            </a:r>
            <a:r>
              <a:rPr lang="en-US" dirty="0" smtClean="0"/>
              <a:t> </a:t>
            </a:r>
            <a:r>
              <a:rPr lang="en-US" dirty="0" err="1" smtClean="0"/>
              <a:t>görüntü</a:t>
            </a:r>
            <a:r>
              <a:rPr lang="en-US" dirty="0" smtClean="0"/>
              <a:t> </a:t>
            </a:r>
            <a:r>
              <a:rPr lang="en-US" dirty="0" err="1" smtClean="0"/>
              <a:t>üçün</a:t>
            </a:r>
            <a:r>
              <a:rPr lang="en-US" dirty="0" smtClean="0"/>
              <a:t> </a:t>
            </a:r>
            <a:r>
              <a:rPr lang="en-US" dirty="0" err="1" smtClean="0"/>
              <a:t>analoq</a:t>
            </a:r>
            <a:r>
              <a:rPr lang="en-US" dirty="0" smtClean="0"/>
              <a:t> </a:t>
            </a:r>
            <a:r>
              <a:rPr lang="en-US" dirty="0" err="1" smtClean="0"/>
              <a:t>və</a:t>
            </a:r>
            <a:r>
              <a:rPr lang="en-US" dirty="0" smtClean="0"/>
              <a:t> digital </a:t>
            </a:r>
            <a:r>
              <a:rPr lang="en-US" dirty="0" err="1" smtClean="0"/>
              <a:t>siqnalı</a:t>
            </a:r>
            <a:r>
              <a:rPr lang="en-US" dirty="0" smtClean="0"/>
              <a:t> </a:t>
            </a:r>
            <a:r>
              <a:rPr lang="en-US" dirty="0" err="1" smtClean="0"/>
              <a:t>dəstəkləyir</a:t>
            </a:r>
            <a:r>
              <a:rPr lang="en-US" dirty="0" smtClean="0"/>
              <a:t>. </a:t>
            </a:r>
            <a:r>
              <a:rPr lang="en-US" dirty="0" err="1" smtClean="0"/>
              <a:t>Adətən</a:t>
            </a:r>
            <a:r>
              <a:rPr lang="en-US" dirty="0" smtClean="0"/>
              <a:t> </a:t>
            </a:r>
            <a:r>
              <a:rPr lang="en-US" dirty="0" err="1" smtClean="0"/>
              <a:t>komputer</a:t>
            </a:r>
            <a:r>
              <a:rPr lang="en-US" dirty="0" smtClean="0"/>
              <a:t> </a:t>
            </a:r>
            <a:r>
              <a:rPr lang="en-US" dirty="0" err="1" smtClean="0"/>
              <a:t>monitorlarında</a:t>
            </a:r>
            <a:r>
              <a:rPr lang="en-US" dirty="0" smtClean="0"/>
              <a:t> </a:t>
            </a:r>
            <a:r>
              <a:rPr lang="en-US" dirty="0" err="1" smtClean="0"/>
              <a:t>rast</a:t>
            </a:r>
            <a:r>
              <a:rPr lang="en-US" dirty="0" smtClean="0"/>
              <a:t> </a:t>
            </a:r>
            <a:r>
              <a:rPr lang="en-US" dirty="0" err="1" smtClean="0"/>
              <a:t>gəlinir</a:t>
            </a:r>
            <a:r>
              <a:rPr lang="en-US" dirty="0" smtClean="0"/>
              <a:t>.</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131" y="2113556"/>
            <a:ext cx="3243957" cy="2721679"/>
          </a:xfrm>
          <a:prstGeom prst="rect">
            <a:avLst/>
          </a:prstGeom>
        </p:spPr>
      </p:pic>
    </p:spTree>
    <p:extLst>
      <p:ext uri="{BB962C8B-B14F-4D97-AF65-F5344CB8AC3E}">
        <p14:creationId xmlns:p14="http://schemas.microsoft.com/office/powerpoint/2010/main" val="79360155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SLOT</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243442" y="909522"/>
            <a:ext cx="6858000" cy="58007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t>Slot, </a:t>
            </a:r>
            <a:r>
              <a:rPr lang="en-US" dirty="0" err="1" smtClean="0"/>
              <a:t>elektron</a:t>
            </a:r>
            <a:r>
              <a:rPr lang="en-US" dirty="0" smtClean="0"/>
              <a:t> </a:t>
            </a:r>
            <a:r>
              <a:rPr lang="en-US" dirty="0" err="1" smtClean="0"/>
              <a:t>cihazlarda</a:t>
            </a:r>
            <a:r>
              <a:rPr lang="en-US" dirty="0" smtClean="0"/>
              <a:t> </a:t>
            </a:r>
            <a:r>
              <a:rPr lang="en-US" dirty="0" err="1" smtClean="0"/>
              <a:t>və</a:t>
            </a:r>
            <a:r>
              <a:rPr lang="en-US" dirty="0" smtClean="0"/>
              <a:t> </a:t>
            </a:r>
            <a:r>
              <a:rPr lang="en-US" dirty="0" err="1" smtClean="0"/>
              <a:t>kompüter</a:t>
            </a:r>
            <a:r>
              <a:rPr lang="en-US" dirty="0" smtClean="0"/>
              <a:t> </a:t>
            </a:r>
            <a:r>
              <a:rPr lang="en-US" dirty="0" err="1" smtClean="0"/>
              <a:t>sistemlərində</a:t>
            </a:r>
            <a:r>
              <a:rPr lang="en-US" dirty="0" smtClean="0"/>
              <a:t> </a:t>
            </a:r>
            <a:r>
              <a:rPr lang="en-US" dirty="0" err="1" smtClean="0"/>
              <a:t>əlavə</a:t>
            </a:r>
            <a:r>
              <a:rPr lang="en-US" dirty="0" smtClean="0"/>
              <a:t> </a:t>
            </a:r>
            <a:r>
              <a:rPr lang="en-US" dirty="0" err="1" smtClean="0"/>
              <a:t>komponentlərin</a:t>
            </a:r>
            <a:r>
              <a:rPr lang="en-US" dirty="0" smtClean="0"/>
              <a:t> </a:t>
            </a:r>
            <a:r>
              <a:rPr lang="en-US" dirty="0" err="1" smtClean="0"/>
              <a:t>qoşulması</a:t>
            </a:r>
            <a:r>
              <a:rPr lang="en-US" dirty="0" smtClean="0"/>
              <a:t> </a:t>
            </a:r>
            <a:r>
              <a:rPr lang="en-US" dirty="0" err="1" smtClean="0"/>
              <a:t>üçün</a:t>
            </a:r>
            <a:r>
              <a:rPr lang="en-US" dirty="0" smtClean="0"/>
              <a:t> </a:t>
            </a:r>
            <a:r>
              <a:rPr lang="en-US" dirty="0" err="1" smtClean="0"/>
              <a:t>nəzərdə</a:t>
            </a:r>
            <a:r>
              <a:rPr lang="en-US" dirty="0" smtClean="0"/>
              <a:t> </a:t>
            </a:r>
            <a:r>
              <a:rPr lang="en-US" dirty="0" err="1" smtClean="0"/>
              <a:t>tutulmuş</a:t>
            </a:r>
            <a:r>
              <a:rPr lang="en-US" dirty="0" smtClean="0"/>
              <a:t> </a:t>
            </a:r>
            <a:r>
              <a:rPr lang="en-US" dirty="0" err="1" smtClean="0"/>
              <a:t>bir</a:t>
            </a:r>
            <a:r>
              <a:rPr lang="en-US" dirty="0" smtClean="0"/>
              <a:t> </a:t>
            </a:r>
            <a:r>
              <a:rPr lang="en-US" dirty="0" err="1" smtClean="0"/>
              <a:t>yer</a:t>
            </a:r>
            <a:r>
              <a:rPr lang="en-US" dirty="0" smtClean="0"/>
              <a:t> </a:t>
            </a:r>
            <a:r>
              <a:rPr lang="en-US" dirty="0" err="1" smtClean="0"/>
              <a:t>və</a:t>
            </a:r>
            <a:r>
              <a:rPr lang="en-US" dirty="0" smtClean="0"/>
              <a:t> </a:t>
            </a:r>
            <a:r>
              <a:rPr lang="en-US" dirty="0" err="1" smtClean="0"/>
              <a:t>ya</a:t>
            </a:r>
            <a:r>
              <a:rPr lang="en-US" dirty="0" smtClean="0"/>
              <a:t> </a:t>
            </a:r>
            <a:r>
              <a:rPr lang="en-US" dirty="0" err="1" smtClean="0"/>
              <a:t>bağlantıdır</a:t>
            </a:r>
            <a:r>
              <a:rPr lang="en-US" dirty="0" smtClean="0"/>
              <a:t>. Bu, </a:t>
            </a:r>
            <a:r>
              <a:rPr lang="en-US" dirty="0" err="1" smtClean="0"/>
              <a:t>fərqli</a:t>
            </a:r>
            <a:r>
              <a:rPr lang="en-US" dirty="0" smtClean="0"/>
              <a:t> </a:t>
            </a:r>
            <a:r>
              <a:rPr lang="en-US" dirty="0" err="1" smtClean="0"/>
              <a:t>növ</a:t>
            </a:r>
            <a:r>
              <a:rPr lang="en-US" dirty="0" smtClean="0"/>
              <a:t> </a:t>
            </a:r>
            <a:r>
              <a:rPr lang="en-US" dirty="0" err="1" smtClean="0"/>
              <a:t>kartların</a:t>
            </a:r>
            <a:r>
              <a:rPr lang="en-US" dirty="0" smtClean="0"/>
              <a:t>, </a:t>
            </a:r>
            <a:r>
              <a:rPr lang="en-US" dirty="0" err="1" smtClean="0"/>
              <a:t>modulların</a:t>
            </a:r>
            <a:r>
              <a:rPr lang="en-US" dirty="0" smtClean="0"/>
              <a:t> </a:t>
            </a:r>
            <a:r>
              <a:rPr lang="en-US" dirty="0" err="1" smtClean="0"/>
              <a:t>və</a:t>
            </a:r>
            <a:r>
              <a:rPr lang="en-US" dirty="0" smtClean="0"/>
              <a:t> </a:t>
            </a:r>
            <a:r>
              <a:rPr lang="en-US" dirty="0" err="1" smtClean="0"/>
              <a:t>digər</a:t>
            </a:r>
            <a:r>
              <a:rPr lang="en-US" dirty="0" smtClean="0"/>
              <a:t> </a:t>
            </a:r>
            <a:r>
              <a:rPr lang="en-US" dirty="0" err="1" smtClean="0"/>
              <a:t>cihazların</a:t>
            </a:r>
            <a:r>
              <a:rPr lang="en-US" dirty="0" smtClean="0"/>
              <a:t> </a:t>
            </a:r>
            <a:r>
              <a:rPr lang="en-US" dirty="0" err="1" smtClean="0"/>
              <a:t>asanlıqla</a:t>
            </a:r>
            <a:r>
              <a:rPr lang="en-US" dirty="0" smtClean="0"/>
              <a:t> </a:t>
            </a:r>
            <a:r>
              <a:rPr lang="en-US" dirty="0" err="1" smtClean="0"/>
              <a:t>əlavə</a:t>
            </a:r>
            <a:r>
              <a:rPr lang="en-US" dirty="0" smtClean="0"/>
              <a:t> </a:t>
            </a:r>
            <a:r>
              <a:rPr lang="en-US" dirty="0" err="1" smtClean="0"/>
              <a:t>edilməsi</a:t>
            </a:r>
            <a:r>
              <a:rPr lang="en-US" dirty="0" smtClean="0"/>
              <a:t> </a:t>
            </a:r>
            <a:r>
              <a:rPr lang="en-US" dirty="0" err="1" smtClean="0"/>
              <a:t>və</a:t>
            </a:r>
            <a:r>
              <a:rPr lang="en-US" dirty="0" smtClean="0"/>
              <a:t> </a:t>
            </a:r>
            <a:r>
              <a:rPr lang="en-US" dirty="0" err="1" smtClean="0"/>
              <a:t>dəyişdirilməsi</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olunur</a:t>
            </a:r>
            <a:r>
              <a:rPr lang="en-US" dirty="0" smtClean="0"/>
              <a:t>. </a:t>
            </a:r>
            <a:r>
              <a:rPr lang="en-US" dirty="0" err="1" smtClean="0"/>
              <a:t>Bəzi</a:t>
            </a:r>
            <a:r>
              <a:rPr lang="en-US" dirty="0" smtClean="0"/>
              <a:t> </a:t>
            </a:r>
            <a:r>
              <a:rPr lang="en-US" dirty="0" err="1" smtClean="0"/>
              <a:t>əsas</a:t>
            </a:r>
            <a:r>
              <a:rPr lang="en-US" dirty="0" smtClean="0"/>
              <a:t> slot </a:t>
            </a:r>
            <a:r>
              <a:rPr lang="en-US" dirty="0" err="1" smtClean="0"/>
              <a:t>növləri</a:t>
            </a:r>
            <a:r>
              <a:rPr lang="en-US" dirty="0" smtClean="0"/>
              <a:t> </a:t>
            </a:r>
            <a:r>
              <a:rPr lang="en-US" dirty="0" err="1" smtClean="0"/>
              <a:t>bunlardır</a:t>
            </a:r>
            <a:r>
              <a:rPr lang="en-US" dirty="0" smtClean="0"/>
              <a:t>:</a:t>
            </a:r>
          </a:p>
          <a:p>
            <a:r>
              <a:rPr lang="en-US" b="1" dirty="0" smtClean="0"/>
              <a:t>1. PCI (Peripheral Component Interconnect) </a:t>
            </a:r>
            <a:r>
              <a:rPr lang="en-US" b="1" dirty="0" err="1" smtClean="0"/>
              <a:t>Slotları</a:t>
            </a:r>
            <a:r>
              <a:rPr lang="en-US" b="1" dirty="0" smtClean="0"/>
              <a:t>:</a:t>
            </a:r>
          </a:p>
          <a:p>
            <a:r>
              <a:rPr lang="en-US" dirty="0" smtClean="0"/>
              <a:t>Bu </a:t>
            </a:r>
            <a:r>
              <a:rPr lang="en-US" dirty="0" err="1" smtClean="0"/>
              <a:t>slotlar</a:t>
            </a:r>
            <a:r>
              <a:rPr lang="en-US" dirty="0" smtClean="0"/>
              <a:t>, </a:t>
            </a:r>
            <a:r>
              <a:rPr lang="en-US" dirty="0" err="1" smtClean="0"/>
              <a:t>müxtəlif</a:t>
            </a:r>
            <a:r>
              <a:rPr lang="en-US" dirty="0" smtClean="0"/>
              <a:t> </a:t>
            </a:r>
            <a:r>
              <a:rPr lang="en-US" dirty="0" err="1" smtClean="0"/>
              <a:t>genişlənmə</a:t>
            </a:r>
            <a:r>
              <a:rPr lang="en-US" dirty="0" smtClean="0"/>
              <a:t> </a:t>
            </a:r>
            <a:r>
              <a:rPr lang="en-US" dirty="0" err="1" smtClean="0"/>
              <a:t>kartlarını</a:t>
            </a:r>
            <a:r>
              <a:rPr lang="en-US" dirty="0" smtClean="0"/>
              <a:t> (</a:t>
            </a:r>
            <a:r>
              <a:rPr lang="en-US" dirty="0" err="1" smtClean="0"/>
              <a:t>məsələn</a:t>
            </a:r>
            <a:r>
              <a:rPr lang="en-US" dirty="0" smtClean="0"/>
              <a:t>, </a:t>
            </a:r>
            <a:r>
              <a:rPr lang="en-US" dirty="0" err="1" smtClean="0"/>
              <a:t>qrafik</a:t>
            </a:r>
            <a:r>
              <a:rPr lang="en-US" dirty="0" smtClean="0"/>
              <a:t> </a:t>
            </a:r>
            <a:r>
              <a:rPr lang="en-US" dirty="0" err="1" smtClean="0"/>
              <a:t>kartları</a:t>
            </a:r>
            <a:r>
              <a:rPr lang="en-US" dirty="0" smtClean="0"/>
              <a:t>, </a:t>
            </a:r>
            <a:r>
              <a:rPr lang="en-US" dirty="0" err="1" smtClean="0"/>
              <a:t>səs</a:t>
            </a:r>
            <a:r>
              <a:rPr lang="en-US" dirty="0" smtClean="0"/>
              <a:t> </a:t>
            </a:r>
            <a:r>
              <a:rPr lang="en-US" dirty="0" err="1" smtClean="0"/>
              <a:t>kartları</a:t>
            </a:r>
            <a:r>
              <a:rPr lang="en-US" dirty="0" smtClean="0"/>
              <a:t>) </a:t>
            </a:r>
            <a:r>
              <a:rPr lang="en-US" dirty="0" err="1" smtClean="0"/>
              <a:t>qoşmaq</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olunur</a:t>
            </a:r>
            <a:r>
              <a:rPr lang="en-US" dirty="0" smtClean="0"/>
              <a:t>. PCI Express (</a:t>
            </a:r>
            <a:r>
              <a:rPr lang="en-US" dirty="0" err="1" smtClean="0"/>
              <a:t>PCIe</a:t>
            </a:r>
            <a:r>
              <a:rPr lang="en-US" dirty="0" smtClean="0"/>
              <a:t>) </a:t>
            </a:r>
            <a:r>
              <a:rPr lang="en-US" dirty="0" err="1" smtClean="0"/>
              <a:t>daha</a:t>
            </a:r>
            <a:r>
              <a:rPr lang="en-US" dirty="0" smtClean="0"/>
              <a:t> </a:t>
            </a:r>
            <a:r>
              <a:rPr lang="en-US" dirty="0" err="1" smtClean="0"/>
              <a:t>yeni</a:t>
            </a:r>
            <a:r>
              <a:rPr lang="en-US" dirty="0" smtClean="0"/>
              <a:t> </a:t>
            </a:r>
            <a:r>
              <a:rPr lang="en-US" dirty="0" err="1" smtClean="0"/>
              <a:t>bir</a:t>
            </a:r>
            <a:r>
              <a:rPr lang="en-US" dirty="0" smtClean="0"/>
              <a:t> </a:t>
            </a:r>
            <a:r>
              <a:rPr lang="en-US" dirty="0" err="1" smtClean="0"/>
              <a:t>versiyadır</a:t>
            </a:r>
            <a:r>
              <a:rPr lang="en-US" dirty="0" smtClean="0"/>
              <a:t> </a:t>
            </a:r>
            <a:r>
              <a:rPr lang="en-US" dirty="0" err="1" smtClean="0"/>
              <a:t>və</a:t>
            </a:r>
            <a:r>
              <a:rPr lang="en-US" dirty="0" smtClean="0"/>
              <a:t> </a:t>
            </a:r>
            <a:r>
              <a:rPr lang="en-US" dirty="0" err="1" smtClean="0"/>
              <a:t>daha</a:t>
            </a:r>
            <a:r>
              <a:rPr lang="en-US" dirty="0" smtClean="0"/>
              <a:t> </a:t>
            </a:r>
            <a:r>
              <a:rPr lang="en-US" dirty="0" err="1" smtClean="0"/>
              <a:t>yüksək</a:t>
            </a:r>
            <a:r>
              <a:rPr lang="en-US" dirty="0" smtClean="0"/>
              <a:t> </a:t>
            </a:r>
            <a:r>
              <a:rPr lang="en-US" dirty="0" err="1" smtClean="0"/>
              <a:t>sürət</a:t>
            </a:r>
            <a:r>
              <a:rPr lang="en-US" dirty="0" smtClean="0"/>
              <a:t> </a:t>
            </a:r>
            <a:r>
              <a:rPr lang="en-US" dirty="0" err="1" smtClean="0"/>
              <a:t>və</a:t>
            </a:r>
            <a:r>
              <a:rPr lang="en-US" dirty="0" smtClean="0"/>
              <a:t> </a:t>
            </a:r>
            <a:r>
              <a:rPr lang="en-US" dirty="0" err="1" smtClean="0"/>
              <a:t>performans</a:t>
            </a:r>
            <a:r>
              <a:rPr lang="en-US" dirty="0" smtClean="0"/>
              <a:t> </a:t>
            </a:r>
            <a:r>
              <a:rPr lang="en-US" dirty="0" err="1" smtClean="0"/>
              <a:t>təklif</a:t>
            </a:r>
            <a:r>
              <a:rPr lang="en-US" dirty="0" smtClean="0"/>
              <a:t> </a:t>
            </a:r>
            <a:r>
              <a:rPr lang="en-US" dirty="0" err="1" smtClean="0"/>
              <a:t>edir</a:t>
            </a:r>
            <a:r>
              <a:rPr lang="en-US" dirty="0" smtClean="0"/>
              <a:t>.</a:t>
            </a:r>
          </a:p>
          <a:p>
            <a:r>
              <a:rPr lang="en-US" b="1" dirty="0" smtClean="0"/>
              <a:t>2. AGP (Accelerated Graphics Port):</a:t>
            </a:r>
          </a:p>
          <a:p>
            <a:r>
              <a:rPr lang="en-US" dirty="0" smtClean="0"/>
              <a:t>Bu, </a:t>
            </a:r>
            <a:r>
              <a:rPr lang="en-US" dirty="0" err="1" smtClean="0"/>
              <a:t>xüsusi</a:t>
            </a:r>
            <a:r>
              <a:rPr lang="en-US" dirty="0" smtClean="0"/>
              <a:t> </a:t>
            </a:r>
            <a:r>
              <a:rPr lang="en-US" dirty="0" err="1" smtClean="0"/>
              <a:t>qrafik</a:t>
            </a:r>
            <a:r>
              <a:rPr lang="en-US" dirty="0" smtClean="0"/>
              <a:t> </a:t>
            </a:r>
            <a:r>
              <a:rPr lang="en-US" dirty="0" err="1" smtClean="0"/>
              <a:t>kartları</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olunan</a:t>
            </a:r>
            <a:r>
              <a:rPr lang="en-US" dirty="0" smtClean="0"/>
              <a:t> </a:t>
            </a:r>
            <a:r>
              <a:rPr lang="en-US" dirty="0" err="1" smtClean="0"/>
              <a:t>bir</a:t>
            </a:r>
            <a:r>
              <a:rPr lang="en-US" dirty="0" smtClean="0"/>
              <a:t> </a:t>
            </a:r>
            <a:r>
              <a:rPr lang="en-US" dirty="0" err="1" smtClean="0"/>
              <a:t>slotdur</a:t>
            </a:r>
            <a:r>
              <a:rPr lang="en-US" dirty="0" smtClean="0"/>
              <a:t>. AGP, </a:t>
            </a:r>
            <a:r>
              <a:rPr lang="en-US" dirty="0" err="1" smtClean="0"/>
              <a:t>daha</a:t>
            </a:r>
            <a:r>
              <a:rPr lang="en-US" dirty="0" smtClean="0"/>
              <a:t> </a:t>
            </a:r>
            <a:r>
              <a:rPr lang="en-US" dirty="0" err="1" smtClean="0"/>
              <a:t>əvvəlki</a:t>
            </a:r>
            <a:r>
              <a:rPr lang="en-US" dirty="0" smtClean="0"/>
              <a:t> PCI </a:t>
            </a:r>
            <a:r>
              <a:rPr lang="en-US" dirty="0" err="1" smtClean="0"/>
              <a:t>slotlarından</a:t>
            </a:r>
            <a:r>
              <a:rPr lang="en-US" dirty="0" smtClean="0"/>
              <a:t> </a:t>
            </a:r>
            <a:r>
              <a:rPr lang="en-US" dirty="0" err="1" smtClean="0"/>
              <a:t>daha</a:t>
            </a:r>
            <a:r>
              <a:rPr lang="en-US" dirty="0" smtClean="0"/>
              <a:t> </a:t>
            </a:r>
            <a:r>
              <a:rPr lang="en-US" dirty="0" err="1" smtClean="0"/>
              <a:t>yüksək</a:t>
            </a:r>
            <a:r>
              <a:rPr lang="en-US" dirty="0" smtClean="0"/>
              <a:t> </a:t>
            </a:r>
            <a:r>
              <a:rPr lang="en-US" dirty="0" err="1" smtClean="0"/>
              <a:t>bant</a:t>
            </a:r>
            <a:r>
              <a:rPr lang="en-US" dirty="0" smtClean="0"/>
              <a:t> </a:t>
            </a:r>
            <a:r>
              <a:rPr lang="en-US" dirty="0" err="1" smtClean="0"/>
              <a:t>genişliyi</a:t>
            </a:r>
            <a:r>
              <a:rPr lang="en-US" dirty="0" smtClean="0"/>
              <a:t> </a:t>
            </a:r>
            <a:r>
              <a:rPr lang="en-US" dirty="0" err="1" smtClean="0"/>
              <a:t>təmin</a:t>
            </a:r>
            <a:r>
              <a:rPr lang="en-US" dirty="0" smtClean="0"/>
              <a:t> </a:t>
            </a:r>
            <a:r>
              <a:rPr lang="en-US" dirty="0" err="1" smtClean="0"/>
              <a:t>edir</a:t>
            </a:r>
            <a:r>
              <a:rPr lang="en-US" dirty="0" smtClean="0"/>
              <a:t>, </a:t>
            </a:r>
            <a:r>
              <a:rPr lang="en-US" dirty="0" err="1" smtClean="0"/>
              <a:t>lakin</a:t>
            </a:r>
            <a:r>
              <a:rPr lang="en-US" dirty="0" smtClean="0"/>
              <a:t> </a:t>
            </a:r>
            <a:r>
              <a:rPr lang="en-US" dirty="0" err="1" smtClean="0"/>
              <a:t>artıq</a:t>
            </a:r>
            <a:r>
              <a:rPr lang="en-US" dirty="0" smtClean="0"/>
              <a:t> </a:t>
            </a:r>
            <a:r>
              <a:rPr lang="en-US" dirty="0" err="1" smtClean="0"/>
              <a:t>müasir</a:t>
            </a:r>
            <a:r>
              <a:rPr lang="en-US" dirty="0" smtClean="0"/>
              <a:t> </a:t>
            </a:r>
            <a:r>
              <a:rPr lang="en-US" dirty="0" err="1" smtClean="0"/>
              <a:t>sistemlərdə</a:t>
            </a:r>
            <a:r>
              <a:rPr lang="en-US" dirty="0" smtClean="0"/>
              <a:t> </a:t>
            </a:r>
            <a:r>
              <a:rPr lang="en-US" dirty="0" err="1" smtClean="0"/>
              <a:t>yerini</a:t>
            </a:r>
            <a:r>
              <a:rPr lang="en-US" dirty="0" smtClean="0"/>
              <a:t> </a:t>
            </a:r>
            <a:r>
              <a:rPr lang="en-US" dirty="0" err="1" smtClean="0"/>
              <a:t>PCIe-yə</a:t>
            </a:r>
            <a:r>
              <a:rPr lang="en-US" dirty="0" smtClean="0"/>
              <a:t> </a:t>
            </a:r>
            <a:r>
              <a:rPr lang="en-US" dirty="0" err="1" smtClean="0"/>
              <a:t>vermişdir</a:t>
            </a:r>
            <a:r>
              <a:rPr lang="en-US" dirty="0" smtClean="0"/>
              <a:t>.</a:t>
            </a:r>
          </a:p>
          <a:p>
            <a:r>
              <a:rPr lang="en-US" b="1" dirty="0" smtClean="0"/>
              <a:t>3. RAM </a:t>
            </a:r>
            <a:r>
              <a:rPr lang="en-US" b="1" dirty="0" err="1" smtClean="0"/>
              <a:t>Slotları</a:t>
            </a:r>
            <a:r>
              <a:rPr lang="en-US" b="1" dirty="0" smtClean="0"/>
              <a:t> (DIMM):</a:t>
            </a:r>
          </a:p>
          <a:p>
            <a:r>
              <a:rPr lang="en-US" dirty="0" smtClean="0"/>
              <a:t>Bu </a:t>
            </a:r>
            <a:r>
              <a:rPr lang="en-US" dirty="0" err="1" smtClean="0"/>
              <a:t>slotlar</a:t>
            </a:r>
            <a:r>
              <a:rPr lang="en-US" dirty="0" smtClean="0"/>
              <a:t>, </a:t>
            </a:r>
            <a:r>
              <a:rPr lang="en-US" dirty="0" err="1" smtClean="0"/>
              <a:t>kompüterin</a:t>
            </a:r>
            <a:r>
              <a:rPr lang="en-US" dirty="0" smtClean="0"/>
              <a:t> </a:t>
            </a:r>
            <a:r>
              <a:rPr lang="en-US" dirty="0" err="1" smtClean="0"/>
              <a:t>yaddaş</a:t>
            </a:r>
            <a:r>
              <a:rPr lang="en-US" dirty="0" smtClean="0"/>
              <a:t> </a:t>
            </a:r>
            <a:r>
              <a:rPr lang="en-US" dirty="0" err="1" smtClean="0"/>
              <a:t>modullarını</a:t>
            </a:r>
            <a:r>
              <a:rPr lang="en-US" dirty="0" smtClean="0"/>
              <a:t> (RAM) </a:t>
            </a:r>
            <a:r>
              <a:rPr lang="en-US" dirty="0" err="1" smtClean="0"/>
              <a:t>yerləşdirmək</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olunur</a:t>
            </a:r>
            <a:r>
              <a:rPr lang="en-US" dirty="0" smtClean="0"/>
              <a:t>. </a:t>
            </a:r>
            <a:r>
              <a:rPr lang="en-US" dirty="0" err="1" smtClean="0"/>
              <a:t>Fərqli</a:t>
            </a:r>
            <a:r>
              <a:rPr lang="en-US" dirty="0" smtClean="0"/>
              <a:t> RAM </a:t>
            </a:r>
            <a:r>
              <a:rPr lang="en-US" dirty="0" err="1" smtClean="0"/>
              <a:t>növləri</a:t>
            </a:r>
            <a:r>
              <a:rPr lang="en-US" dirty="0" smtClean="0"/>
              <a:t> (</a:t>
            </a:r>
            <a:r>
              <a:rPr lang="en-US" dirty="0" err="1" smtClean="0"/>
              <a:t>məsələn</a:t>
            </a:r>
            <a:r>
              <a:rPr lang="en-US" dirty="0" smtClean="0"/>
              <a:t>, DDR4, DDR5) </a:t>
            </a:r>
            <a:r>
              <a:rPr lang="en-US" dirty="0" err="1" smtClean="0"/>
              <a:t>müxtəlif</a:t>
            </a:r>
            <a:r>
              <a:rPr lang="en-US" dirty="0" smtClean="0"/>
              <a:t> slot </a:t>
            </a:r>
            <a:r>
              <a:rPr lang="en-US" dirty="0" err="1" smtClean="0"/>
              <a:t>dizaynlarına</a:t>
            </a:r>
            <a:r>
              <a:rPr lang="en-US" dirty="0" smtClean="0"/>
              <a:t> </a:t>
            </a:r>
            <a:r>
              <a:rPr lang="en-US" dirty="0" err="1" smtClean="0"/>
              <a:t>malikdir</a:t>
            </a:r>
            <a:r>
              <a:rPr lang="en-US" dirty="0" smtClean="0"/>
              <a:t>.</a:t>
            </a:r>
          </a:p>
          <a:p>
            <a:r>
              <a:rPr lang="en-US" b="1" dirty="0" smtClean="0"/>
              <a:t>4. M.2 </a:t>
            </a:r>
            <a:r>
              <a:rPr lang="en-US" b="1" dirty="0" err="1" smtClean="0"/>
              <a:t>və</a:t>
            </a:r>
            <a:r>
              <a:rPr lang="en-US" b="1" dirty="0" smtClean="0"/>
              <a:t> </a:t>
            </a:r>
            <a:r>
              <a:rPr lang="en-US" b="1" dirty="0" err="1" smtClean="0"/>
              <a:t>PCIe</a:t>
            </a:r>
            <a:r>
              <a:rPr lang="en-US" b="1" dirty="0" smtClean="0"/>
              <a:t> </a:t>
            </a:r>
            <a:r>
              <a:rPr lang="en-US" b="1" dirty="0" err="1" smtClean="0"/>
              <a:t>NVMe</a:t>
            </a:r>
            <a:r>
              <a:rPr lang="en-US" b="1" dirty="0" smtClean="0"/>
              <a:t> </a:t>
            </a:r>
            <a:r>
              <a:rPr lang="en-US" b="1" dirty="0" err="1" smtClean="0"/>
              <a:t>Slotları</a:t>
            </a:r>
            <a:r>
              <a:rPr lang="en-US" b="1" dirty="0" smtClean="0"/>
              <a:t>:</a:t>
            </a:r>
          </a:p>
          <a:p>
            <a:r>
              <a:rPr lang="en-US" dirty="0" smtClean="0"/>
              <a:t>SSD (Solid State Drive) </a:t>
            </a:r>
            <a:r>
              <a:rPr lang="en-US" dirty="0" err="1" smtClean="0"/>
              <a:t>və</a:t>
            </a:r>
            <a:r>
              <a:rPr lang="en-US" dirty="0" smtClean="0"/>
              <a:t> </a:t>
            </a:r>
            <a:r>
              <a:rPr lang="en-US" dirty="0" err="1" smtClean="0"/>
              <a:t>digər</a:t>
            </a:r>
            <a:r>
              <a:rPr lang="en-US" dirty="0" smtClean="0"/>
              <a:t> </a:t>
            </a:r>
            <a:r>
              <a:rPr lang="en-US" dirty="0" err="1" smtClean="0"/>
              <a:t>sürətli</a:t>
            </a:r>
            <a:r>
              <a:rPr lang="en-US" dirty="0" smtClean="0"/>
              <a:t> </a:t>
            </a:r>
            <a:r>
              <a:rPr lang="en-US" dirty="0" err="1" smtClean="0"/>
              <a:t>cihazların</a:t>
            </a:r>
            <a:r>
              <a:rPr lang="en-US" dirty="0" smtClean="0"/>
              <a:t> </a:t>
            </a:r>
            <a:r>
              <a:rPr lang="en-US" dirty="0" err="1" smtClean="0"/>
              <a:t>qoşulması</a:t>
            </a:r>
            <a:r>
              <a:rPr lang="en-US" dirty="0" smtClean="0"/>
              <a:t> </a:t>
            </a:r>
            <a:r>
              <a:rPr lang="en-US" dirty="0" err="1" smtClean="0"/>
              <a:t>üçün</a:t>
            </a:r>
            <a:r>
              <a:rPr lang="en-US" dirty="0" smtClean="0"/>
              <a:t> </a:t>
            </a:r>
            <a:r>
              <a:rPr lang="en-US" dirty="0" err="1" smtClean="0"/>
              <a:t>istifadə</a:t>
            </a:r>
            <a:r>
              <a:rPr lang="en-US" dirty="0" smtClean="0"/>
              <a:t> </a:t>
            </a:r>
            <a:r>
              <a:rPr lang="en-US" dirty="0" err="1" smtClean="0"/>
              <a:t>olunur</a:t>
            </a:r>
            <a:r>
              <a:rPr lang="en-US" dirty="0" smtClean="0"/>
              <a:t>. M.2 </a:t>
            </a:r>
            <a:r>
              <a:rPr lang="en-US" dirty="0" err="1" smtClean="0"/>
              <a:t>slotları</a:t>
            </a:r>
            <a:r>
              <a:rPr lang="en-US" dirty="0" smtClean="0"/>
              <a:t>, </a:t>
            </a:r>
            <a:r>
              <a:rPr lang="en-US" dirty="0" err="1" smtClean="0"/>
              <a:t>kompakt</a:t>
            </a:r>
            <a:r>
              <a:rPr lang="en-US" dirty="0" smtClean="0"/>
              <a:t> </a:t>
            </a:r>
            <a:r>
              <a:rPr lang="en-US" dirty="0" err="1" smtClean="0"/>
              <a:t>dizaynları</a:t>
            </a:r>
            <a:r>
              <a:rPr lang="en-US" dirty="0" smtClean="0"/>
              <a:t> </a:t>
            </a:r>
            <a:r>
              <a:rPr lang="en-US" dirty="0" err="1" smtClean="0"/>
              <a:t>və</a:t>
            </a:r>
            <a:r>
              <a:rPr lang="en-US" dirty="0" smtClean="0"/>
              <a:t> </a:t>
            </a:r>
            <a:r>
              <a:rPr lang="en-US" dirty="0" err="1" smtClean="0"/>
              <a:t>yüksək</a:t>
            </a:r>
            <a:r>
              <a:rPr lang="en-US" dirty="0" smtClean="0"/>
              <a:t> </a:t>
            </a:r>
            <a:r>
              <a:rPr lang="en-US" dirty="0" err="1" smtClean="0"/>
              <a:t>sürətləri</a:t>
            </a:r>
            <a:r>
              <a:rPr lang="en-US" dirty="0" smtClean="0"/>
              <a:t> </a:t>
            </a:r>
            <a:r>
              <a:rPr lang="en-US" dirty="0" err="1" smtClean="0"/>
              <a:t>ilə</a:t>
            </a:r>
            <a:r>
              <a:rPr lang="en-US" dirty="0" smtClean="0"/>
              <a:t> </a:t>
            </a:r>
            <a:r>
              <a:rPr lang="en-US" dirty="0" err="1" smtClean="0"/>
              <a:t>seçilir</a:t>
            </a:r>
            <a:r>
              <a:rPr lang="en-US" dirty="0" smtClean="0"/>
              <a:t>.</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2675" y="1440873"/>
            <a:ext cx="3963888" cy="3963888"/>
          </a:xfrm>
          <a:prstGeom prst="rect">
            <a:avLst/>
          </a:prstGeom>
        </p:spPr>
      </p:pic>
    </p:spTree>
    <p:extLst>
      <p:ext uri="{BB962C8B-B14F-4D97-AF65-F5344CB8AC3E}">
        <p14:creationId xmlns:p14="http://schemas.microsoft.com/office/powerpoint/2010/main" val="323486036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8146473"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ÇİPSET</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5215492" y="973917"/>
            <a:ext cx="6858000" cy="57593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err="1" smtClean="0"/>
              <a:t>Çipset</a:t>
            </a:r>
            <a:r>
              <a:rPr lang="en-US" dirty="0" smtClean="0"/>
              <a:t>, </a:t>
            </a:r>
            <a:r>
              <a:rPr lang="en-US" dirty="0" err="1" smtClean="0"/>
              <a:t>bir</a:t>
            </a:r>
            <a:r>
              <a:rPr lang="en-US" dirty="0" smtClean="0"/>
              <a:t> </a:t>
            </a:r>
            <a:r>
              <a:rPr lang="en-US" dirty="0" err="1" smtClean="0"/>
              <a:t>elektron</a:t>
            </a:r>
            <a:r>
              <a:rPr lang="en-US" dirty="0" smtClean="0"/>
              <a:t> </a:t>
            </a:r>
            <a:r>
              <a:rPr lang="en-US" dirty="0" err="1" smtClean="0"/>
              <a:t>cihazın</a:t>
            </a:r>
            <a:r>
              <a:rPr lang="en-US" dirty="0" smtClean="0"/>
              <a:t> </a:t>
            </a:r>
            <a:r>
              <a:rPr lang="en-US" dirty="0" err="1" smtClean="0"/>
              <a:t>və</a:t>
            </a:r>
            <a:r>
              <a:rPr lang="en-US" dirty="0" smtClean="0"/>
              <a:t> </a:t>
            </a:r>
            <a:r>
              <a:rPr lang="en-US" dirty="0" err="1" smtClean="0"/>
              <a:t>ya</a:t>
            </a:r>
            <a:r>
              <a:rPr lang="en-US" dirty="0" smtClean="0"/>
              <a:t> </a:t>
            </a:r>
            <a:r>
              <a:rPr lang="en-US" dirty="0" err="1" smtClean="0"/>
              <a:t>kompüterin</a:t>
            </a:r>
            <a:r>
              <a:rPr lang="en-US" dirty="0" smtClean="0"/>
              <a:t> </a:t>
            </a:r>
            <a:r>
              <a:rPr lang="en-US" dirty="0" err="1" smtClean="0"/>
              <a:t>əsas</a:t>
            </a:r>
            <a:r>
              <a:rPr lang="en-US" dirty="0" smtClean="0"/>
              <a:t> </a:t>
            </a:r>
            <a:r>
              <a:rPr lang="en-US" dirty="0" err="1" smtClean="0"/>
              <a:t>funksiyalarını</a:t>
            </a:r>
            <a:r>
              <a:rPr lang="en-US" dirty="0" smtClean="0"/>
              <a:t> </a:t>
            </a:r>
            <a:r>
              <a:rPr lang="en-US" dirty="0" err="1" smtClean="0"/>
              <a:t>idarə</a:t>
            </a:r>
            <a:r>
              <a:rPr lang="en-US" dirty="0" smtClean="0"/>
              <a:t> </a:t>
            </a:r>
            <a:r>
              <a:rPr lang="en-US" dirty="0" err="1" smtClean="0"/>
              <a:t>edən</a:t>
            </a:r>
            <a:r>
              <a:rPr lang="en-US" dirty="0" smtClean="0"/>
              <a:t> </a:t>
            </a:r>
            <a:r>
              <a:rPr lang="en-US" dirty="0" err="1" smtClean="0"/>
              <a:t>inteqrasiya</a:t>
            </a:r>
            <a:r>
              <a:rPr lang="en-US" dirty="0" smtClean="0"/>
              <a:t> </a:t>
            </a:r>
            <a:r>
              <a:rPr lang="en-US" dirty="0" err="1" smtClean="0"/>
              <a:t>olunmuş</a:t>
            </a:r>
            <a:r>
              <a:rPr lang="en-US" dirty="0" smtClean="0"/>
              <a:t> </a:t>
            </a:r>
            <a:r>
              <a:rPr lang="en-US" dirty="0" err="1" smtClean="0"/>
              <a:t>dövrədir</a:t>
            </a:r>
            <a:r>
              <a:rPr lang="en-US" dirty="0" smtClean="0"/>
              <a:t>. Bu, </a:t>
            </a:r>
            <a:r>
              <a:rPr lang="en-US" dirty="0" err="1" smtClean="0"/>
              <a:t>prosessor</a:t>
            </a:r>
            <a:r>
              <a:rPr lang="en-US" dirty="0" smtClean="0"/>
              <a:t>, </a:t>
            </a:r>
            <a:r>
              <a:rPr lang="en-US" dirty="0" err="1" smtClean="0"/>
              <a:t>yaddaş</a:t>
            </a:r>
            <a:r>
              <a:rPr lang="en-US" dirty="0" smtClean="0"/>
              <a:t>, </a:t>
            </a:r>
            <a:r>
              <a:rPr lang="en-US" dirty="0" err="1" smtClean="0"/>
              <a:t>giriş</a:t>
            </a:r>
            <a:r>
              <a:rPr lang="en-US" dirty="0" smtClean="0"/>
              <a:t>/</a:t>
            </a:r>
            <a:r>
              <a:rPr lang="en-US" dirty="0" err="1" smtClean="0"/>
              <a:t>çıxış</a:t>
            </a:r>
            <a:r>
              <a:rPr lang="en-US" dirty="0" smtClean="0"/>
              <a:t> </a:t>
            </a:r>
            <a:r>
              <a:rPr lang="en-US" dirty="0" err="1" smtClean="0"/>
              <a:t>cihazları</a:t>
            </a:r>
            <a:r>
              <a:rPr lang="en-US" dirty="0" smtClean="0"/>
              <a:t> </a:t>
            </a:r>
            <a:r>
              <a:rPr lang="en-US" dirty="0" err="1" smtClean="0"/>
              <a:t>və</a:t>
            </a:r>
            <a:r>
              <a:rPr lang="en-US" dirty="0" smtClean="0"/>
              <a:t> </a:t>
            </a:r>
            <a:r>
              <a:rPr lang="en-US" dirty="0" err="1" smtClean="0"/>
              <a:t>digər</a:t>
            </a:r>
            <a:r>
              <a:rPr lang="en-US" dirty="0" smtClean="0"/>
              <a:t> </a:t>
            </a:r>
            <a:r>
              <a:rPr lang="en-US" dirty="0" err="1" smtClean="0"/>
              <a:t>komponentlər</a:t>
            </a:r>
            <a:r>
              <a:rPr lang="en-US" dirty="0" smtClean="0"/>
              <a:t> </a:t>
            </a:r>
            <a:r>
              <a:rPr lang="en-US" dirty="0" err="1" smtClean="0"/>
              <a:t>arasında</a:t>
            </a:r>
            <a:r>
              <a:rPr lang="en-US" dirty="0" smtClean="0"/>
              <a:t> </a:t>
            </a:r>
            <a:r>
              <a:rPr lang="en-US" dirty="0" err="1" smtClean="0"/>
              <a:t>məlumat</a:t>
            </a:r>
            <a:r>
              <a:rPr lang="en-US" dirty="0" smtClean="0"/>
              <a:t> </a:t>
            </a:r>
            <a:r>
              <a:rPr lang="en-US" dirty="0" err="1" smtClean="0"/>
              <a:t>mübadiləsini</a:t>
            </a:r>
            <a:r>
              <a:rPr lang="en-US" dirty="0" smtClean="0"/>
              <a:t> </a:t>
            </a:r>
            <a:r>
              <a:rPr lang="en-US" dirty="0" err="1" smtClean="0"/>
              <a:t>təmin</a:t>
            </a:r>
            <a:r>
              <a:rPr lang="en-US" dirty="0" smtClean="0"/>
              <a:t> </a:t>
            </a:r>
            <a:r>
              <a:rPr lang="en-US" dirty="0" err="1" smtClean="0"/>
              <a:t>edir</a:t>
            </a:r>
            <a:r>
              <a:rPr lang="en-US" dirty="0" smtClean="0"/>
              <a:t>. </a:t>
            </a:r>
            <a:r>
              <a:rPr lang="en-US" dirty="0" err="1" smtClean="0"/>
              <a:t>Çipset</a:t>
            </a:r>
            <a:r>
              <a:rPr lang="en-US" dirty="0" smtClean="0"/>
              <a:t>, </a:t>
            </a:r>
            <a:r>
              <a:rPr lang="en-US" dirty="0" err="1" smtClean="0"/>
              <a:t>bir</a:t>
            </a:r>
            <a:r>
              <a:rPr lang="en-US" dirty="0" smtClean="0"/>
              <a:t> </a:t>
            </a:r>
            <a:r>
              <a:rPr lang="en-US" dirty="0" err="1" smtClean="0"/>
              <a:t>çox</a:t>
            </a:r>
            <a:r>
              <a:rPr lang="en-US" dirty="0" smtClean="0"/>
              <a:t> </a:t>
            </a:r>
            <a:r>
              <a:rPr lang="en-US" dirty="0" err="1" smtClean="0"/>
              <a:t>fərqli</a:t>
            </a:r>
            <a:r>
              <a:rPr lang="en-US" dirty="0" smtClean="0"/>
              <a:t> </a:t>
            </a:r>
            <a:r>
              <a:rPr lang="en-US" dirty="0" err="1" smtClean="0"/>
              <a:t>komponentin</a:t>
            </a:r>
            <a:r>
              <a:rPr lang="en-US" dirty="0" smtClean="0"/>
              <a:t> </a:t>
            </a:r>
            <a:r>
              <a:rPr lang="en-US" dirty="0" err="1" smtClean="0"/>
              <a:t>bir</a:t>
            </a:r>
            <a:r>
              <a:rPr lang="en-US" dirty="0" smtClean="0"/>
              <a:t> </a:t>
            </a:r>
            <a:r>
              <a:rPr lang="en-US" dirty="0" err="1" smtClean="0"/>
              <a:t>araya</a:t>
            </a:r>
            <a:r>
              <a:rPr lang="en-US" dirty="0" smtClean="0"/>
              <a:t> </a:t>
            </a:r>
            <a:r>
              <a:rPr lang="en-US" dirty="0" err="1" smtClean="0"/>
              <a:t>gəlməsini</a:t>
            </a:r>
            <a:r>
              <a:rPr lang="en-US" dirty="0" smtClean="0"/>
              <a:t> </a:t>
            </a:r>
            <a:r>
              <a:rPr lang="en-US" dirty="0" err="1" smtClean="0"/>
              <a:t>asanlaşdıraraq</a:t>
            </a:r>
            <a:r>
              <a:rPr lang="en-US" dirty="0" smtClean="0"/>
              <a:t> </a:t>
            </a:r>
            <a:r>
              <a:rPr lang="en-US" dirty="0" err="1" smtClean="0"/>
              <a:t>sistemin</a:t>
            </a:r>
            <a:r>
              <a:rPr lang="en-US" dirty="0" smtClean="0"/>
              <a:t> </a:t>
            </a:r>
            <a:r>
              <a:rPr lang="en-US" dirty="0" err="1" smtClean="0"/>
              <a:t>performansını</a:t>
            </a:r>
            <a:r>
              <a:rPr lang="en-US" dirty="0" smtClean="0"/>
              <a:t> </a:t>
            </a:r>
            <a:r>
              <a:rPr lang="en-US" dirty="0" err="1" smtClean="0"/>
              <a:t>və</a:t>
            </a:r>
            <a:r>
              <a:rPr lang="en-US" dirty="0" smtClean="0"/>
              <a:t> </a:t>
            </a:r>
            <a:r>
              <a:rPr lang="en-US" dirty="0" err="1" smtClean="0"/>
              <a:t>funksionallığını</a:t>
            </a:r>
            <a:r>
              <a:rPr lang="en-US" dirty="0" smtClean="0"/>
              <a:t> </a:t>
            </a:r>
            <a:r>
              <a:rPr lang="en-US" dirty="0" err="1" smtClean="0"/>
              <a:t>optimallaşdırır</a:t>
            </a:r>
            <a:r>
              <a:rPr lang="en-US" dirty="0" smtClean="0"/>
              <a:t>.</a:t>
            </a:r>
            <a:r>
              <a:rPr lang="az-Latn-AZ" dirty="0" smtClean="0"/>
              <a:t/>
            </a:r>
            <a:br>
              <a:rPr lang="az-Latn-AZ" dirty="0" smtClean="0"/>
            </a:br>
            <a:endParaRPr lang="en-US" dirty="0" smtClean="0"/>
          </a:p>
          <a:p>
            <a:r>
              <a:rPr lang="en-US" b="1" dirty="0" err="1" smtClean="0"/>
              <a:t>Çipsetin</a:t>
            </a:r>
            <a:r>
              <a:rPr lang="en-US" b="1" dirty="0" smtClean="0"/>
              <a:t> </a:t>
            </a:r>
            <a:r>
              <a:rPr lang="en-US" b="1" dirty="0" err="1" smtClean="0"/>
              <a:t>əsas</a:t>
            </a:r>
            <a:r>
              <a:rPr lang="en-US" b="1" dirty="0" smtClean="0"/>
              <a:t> </a:t>
            </a:r>
            <a:r>
              <a:rPr lang="en-US" b="1" dirty="0" err="1" smtClean="0"/>
              <a:t>funksiyaları</a:t>
            </a:r>
            <a:r>
              <a:rPr lang="en-US" b="1" dirty="0" smtClean="0"/>
              <a:t>:</a:t>
            </a:r>
            <a:r>
              <a:rPr lang="az-Latn-AZ" b="1" dirty="0" smtClean="0"/>
              <a:t/>
            </a:r>
            <a:br>
              <a:rPr lang="az-Latn-AZ" b="1" dirty="0" smtClean="0"/>
            </a:br>
            <a:endParaRPr lang="en-US" b="1" dirty="0" smtClean="0"/>
          </a:p>
          <a:p>
            <a:r>
              <a:rPr lang="en-US" b="1" dirty="0" err="1" smtClean="0"/>
              <a:t>Məlumat</a:t>
            </a:r>
            <a:r>
              <a:rPr lang="en-US" b="1" dirty="0" smtClean="0"/>
              <a:t> </a:t>
            </a:r>
            <a:r>
              <a:rPr lang="en-US" b="1" dirty="0" err="1" smtClean="0"/>
              <a:t>İdarəsi</a:t>
            </a:r>
            <a:r>
              <a:rPr lang="en-US" dirty="0" smtClean="0"/>
              <a:t>: </a:t>
            </a:r>
            <a:r>
              <a:rPr lang="en-US" dirty="0" err="1" smtClean="0"/>
              <a:t>Prosesordan</a:t>
            </a:r>
            <a:r>
              <a:rPr lang="en-US" dirty="0" smtClean="0"/>
              <a:t> </a:t>
            </a:r>
            <a:r>
              <a:rPr lang="en-US" dirty="0" err="1" smtClean="0"/>
              <a:t>məlumatın</a:t>
            </a:r>
            <a:r>
              <a:rPr lang="en-US" dirty="0" smtClean="0"/>
              <a:t> </a:t>
            </a:r>
            <a:r>
              <a:rPr lang="en-US" dirty="0" err="1" smtClean="0"/>
              <a:t>yaddaşa</a:t>
            </a:r>
            <a:r>
              <a:rPr lang="en-US" dirty="0" smtClean="0"/>
              <a:t> </a:t>
            </a:r>
            <a:r>
              <a:rPr lang="en-US" dirty="0" err="1" smtClean="0"/>
              <a:t>və</a:t>
            </a:r>
            <a:r>
              <a:rPr lang="en-US" dirty="0" smtClean="0"/>
              <a:t> </a:t>
            </a:r>
            <a:r>
              <a:rPr lang="en-US" dirty="0" err="1" smtClean="0"/>
              <a:t>digər</a:t>
            </a:r>
            <a:r>
              <a:rPr lang="en-US" dirty="0" smtClean="0"/>
              <a:t> </a:t>
            </a:r>
            <a:r>
              <a:rPr lang="en-US" dirty="0" err="1" smtClean="0"/>
              <a:t>cihazlara</a:t>
            </a:r>
            <a:r>
              <a:rPr lang="en-US" dirty="0" smtClean="0"/>
              <a:t> </a:t>
            </a:r>
            <a:r>
              <a:rPr lang="en-US" dirty="0" err="1" smtClean="0"/>
              <a:t>ötürülməsini</a:t>
            </a:r>
            <a:r>
              <a:rPr lang="en-US" dirty="0" smtClean="0"/>
              <a:t> </a:t>
            </a:r>
            <a:r>
              <a:rPr lang="en-US" dirty="0" err="1" smtClean="0"/>
              <a:t>təmin</a:t>
            </a:r>
            <a:r>
              <a:rPr lang="en-US" dirty="0" smtClean="0"/>
              <a:t> </a:t>
            </a:r>
            <a:r>
              <a:rPr lang="en-US" dirty="0" err="1" smtClean="0"/>
              <a:t>edir</a:t>
            </a:r>
            <a:r>
              <a:rPr lang="en-US" dirty="0" smtClean="0"/>
              <a:t>.</a:t>
            </a:r>
            <a:r>
              <a:rPr lang="az-Latn-AZ" dirty="0" smtClean="0"/>
              <a:t/>
            </a:r>
            <a:br>
              <a:rPr lang="az-Latn-AZ" dirty="0" smtClean="0"/>
            </a:br>
            <a:endParaRPr lang="en-US" dirty="0" smtClean="0"/>
          </a:p>
          <a:p>
            <a:r>
              <a:rPr lang="en-US" b="1" dirty="0" err="1" smtClean="0"/>
              <a:t>Genişlənmə</a:t>
            </a:r>
            <a:r>
              <a:rPr lang="en-US" b="1" dirty="0" smtClean="0"/>
              <a:t> </a:t>
            </a:r>
            <a:r>
              <a:rPr lang="en-US" b="1" dirty="0" err="1" smtClean="0"/>
              <a:t>İmkanları</a:t>
            </a:r>
            <a:r>
              <a:rPr lang="en-US" dirty="0" smtClean="0"/>
              <a:t>: PCI, </a:t>
            </a:r>
            <a:r>
              <a:rPr lang="en-US" dirty="0" err="1" smtClean="0"/>
              <a:t>PCIe</a:t>
            </a:r>
            <a:r>
              <a:rPr lang="en-US" dirty="0" smtClean="0"/>
              <a:t> </a:t>
            </a:r>
            <a:r>
              <a:rPr lang="en-US" dirty="0" err="1" smtClean="0"/>
              <a:t>və</a:t>
            </a:r>
            <a:r>
              <a:rPr lang="en-US" dirty="0" smtClean="0"/>
              <a:t> </a:t>
            </a:r>
            <a:r>
              <a:rPr lang="en-US" dirty="0" err="1" smtClean="0"/>
              <a:t>digər</a:t>
            </a:r>
            <a:r>
              <a:rPr lang="en-US" dirty="0" smtClean="0"/>
              <a:t> </a:t>
            </a:r>
            <a:r>
              <a:rPr lang="en-US" dirty="0" err="1" smtClean="0"/>
              <a:t>slotları</a:t>
            </a:r>
            <a:r>
              <a:rPr lang="en-US" dirty="0" smtClean="0"/>
              <a:t> </a:t>
            </a:r>
            <a:r>
              <a:rPr lang="en-US" dirty="0" err="1" smtClean="0"/>
              <a:t>dəstəkləyərək</a:t>
            </a:r>
            <a:r>
              <a:rPr lang="en-US" dirty="0" smtClean="0"/>
              <a:t> </a:t>
            </a:r>
            <a:r>
              <a:rPr lang="en-US" dirty="0" err="1" smtClean="0"/>
              <a:t>genişlənmə</a:t>
            </a:r>
            <a:r>
              <a:rPr lang="en-US" dirty="0" smtClean="0"/>
              <a:t> </a:t>
            </a:r>
            <a:r>
              <a:rPr lang="en-US" dirty="0" err="1" smtClean="0"/>
              <a:t>kartlarının</a:t>
            </a:r>
            <a:r>
              <a:rPr lang="en-US" dirty="0" smtClean="0"/>
              <a:t> </a:t>
            </a:r>
            <a:r>
              <a:rPr lang="en-US" dirty="0" err="1" smtClean="0"/>
              <a:t>qoşulmasına</a:t>
            </a:r>
            <a:r>
              <a:rPr lang="en-US" dirty="0" smtClean="0"/>
              <a:t> </a:t>
            </a:r>
            <a:r>
              <a:rPr lang="en-US" dirty="0" err="1" smtClean="0"/>
              <a:t>imkan</a:t>
            </a:r>
            <a:r>
              <a:rPr lang="en-US" dirty="0" smtClean="0"/>
              <a:t> </a:t>
            </a:r>
            <a:r>
              <a:rPr lang="en-US" dirty="0" err="1" smtClean="0"/>
              <a:t>tanıyır</a:t>
            </a:r>
            <a:r>
              <a:rPr lang="en-US" dirty="0" smtClean="0"/>
              <a:t>.</a:t>
            </a:r>
            <a:r>
              <a:rPr lang="az-Latn-AZ" dirty="0" smtClean="0"/>
              <a:t/>
            </a:r>
            <a:br>
              <a:rPr lang="az-Latn-AZ" dirty="0" smtClean="0"/>
            </a:br>
            <a:endParaRPr lang="en-US" dirty="0" smtClean="0"/>
          </a:p>
          <a:p>
            <a:r>
              <a:rPr lang="en-US" b="1" dirty="0" err="1" smtClean="0"/>
              <a:t>Enerji</a:t>
            </a:r>
            <a:r>
              <a:rPr lang="en-US" b="1" dirty="0" smtClean="0"/>
              <a:t> </a:t>
            </a:r>
            <a:r>
              <a:rPr lang="en-US" b="1" dirty="0" err="1" smtClean="0"/>
              <a:t>İdarəsi</a:t>
            </a:r>
            <a:r>
              <a:rPr lang="en-US" dirty="0" smtClean="0"/>
              <a:t>: </a:t>
            </a:r>
            <a:r>
              <a:rPr lang="en-US" dirty="0" err="1" smtClean="0"/>
              <a:t>Cihazın</a:t>
            </a:r>
            <a:r>
              <a:rPr lang="en-US" dirty="0" smtClean="0"/>
              <a:t> </a:t>
            </a:r>
            <a:r>
              <a:rPr lang="en-US" dirty="0" err="1" smtClean="0"/>
              <a:t>enerji</a:t>
            </a:r>
            <a:r>
              <a:rPr lang="en-US" dirty="0" smtClean="0"/>
              <a:t> </a:t>
            </a:r>
            <a:r>
              <a:rPr lang="en-US" dirty="0" err="1" smtClean="0"/>
              <a:t>istifadəsini</a:t>
            </a:r>
            <a:r>
              <a:rPr lang="en-US" dirty="0" smtClean="0"/>
              <a:t> </a:t>
            </a:r>
            <a:r>
              <a:rPr lang="en-US" dirty="0" err="1" smtClean="0"/>
              <a:t>tənzimləyir</a:t>
            </a:r>
            <a:r>
              <a:rPr lang="en-US" dirty="0" smtClean="0"/>
              <a:t>.</a:t>
            </a:r>
            <a:r>
              <a:rPr lang="az-Latn-AZ" dirty="0" smtClean="0"/>
              <a:t/>
            </a:r>
            <a:br>
              <a:rPr lang="az-Latn-AZ" dirty="0" smtClean="0"/>
            </a:br>
            <a:endParaRPr lang="en-US" dirty="0" smtClean="0"/>
          </a:p>
          <a:p>
            <a:r>
              <a:rPr lang="en-US" b="1" dirty="0" err="1" smtClean="0"/>
              <a:t>Yaddaş</a:t>
            </a:r>
            <a:r>
              <a:rPr lang="en-US" b="1" dirty="0" smtClean="0"/>
              <a:t> </a:t>
            </a:r>
            <a:r>
              <a:rPr lang="en-US" b="1" dirty="0" err="1" smtClean="0"/>
              <a:t>Dəstəyi</a:t>
            </a:r>
            <a:r>
              <a:rPr lang="en-US" dirty="0" smtClean="0"/>
              <a:t>: </a:t>
            </a:r>
            <a:r>
              <a:rPr lang="en-US" dirty="0" err="1" smtClean="0"/>
              <a:t>Hangi</a:t>
            </a:r>
            <a:r>
              <a:rPr lang="en-US" dirty="0" smtClean="0"/>
              <a:t> tip </a:t>
            </a:r>
            <a:r>
              <a:rPr lang="en-US" dirty="0" err="1" smtClean="0"/>
              <a:t>yaddaşların</a:t>
            </a:r>
            <a:r>
              <a:rPr lang="en-US" dirty="0" smtClean="0"/>
              <a:t> (</a:t>
            </a:r>
            <a:r>
              <a:rPr lang="en-US" dirty="0" err="1" smtClean="0"/>
              <a:t>məsələn</a:t>
            </a:r>
            <a:r>
              <a:rPr lang="en-US" dirty="0" smtClean="0"/>
              <a:t>, DDR4, DDR5) </a:t>
            </a:r>
            <a:r>
              <a:rPr lang="en-US" dirty="0" err="1" smtClean="0"/>
              <a:t>dəstəklənəcəyini</a:t>
            </a:r>
            <a:r>
              <a:rPr lang="en-US" dirty="0" smtClean="0"/>
              <a:t> </a:t>
            </a:r>
            <a:r>
              <a:rPr lang="en-US" dirty="0" err="1" smtClean="0"/>
              <a:t>müəyyən</a:t>
            </a:r>
            <a:r>
              <a:rPr lang="en-US" dirty="0" smtClean="0"/>
              <a:t> </a:t>
            </a:r>
            <a:r>
              <a:rPr lang="en-US" dirty="0" err="1" smtClean="0"/>
              <a:t>edir</a:t>
            </a:r>
            <a:r>
              <a:rPr lang="en-US" dirty="0" smtClean="0"/>
              <a:t>.</a:t>
            </a:r>
          </a:p>
          <a:p>
            <a:r>
              <a:rPr lang="en-US" dirty="0" err="1" smtClean="0"/>
              <a:t>Çipset</a:t>
            </a:r>
            <a:r>
              <a:rPr lang="en-US" dirty="0" smtClean="0"/>
              <a:t>, </a:t>
            </a:r>
            <a:r>
              <a:rPr lang="en-US" dirty="0" err="1" smtClean="0"/>
              <a:t>həmçinin</a:t>
            </a:r>
            <a:r>
              <a:rPr lang="en-US" dirty="0" smtClean="0"/>
              <a:t> </a:t>
            </a:r>
            <a:r>
              <a:rPr lang="en-US" dirty="0" err="1" smtClean="0"/>
              <a:t>sistemin</a:t>
            </a:r>
            <a:r>
              <a:rPr lang="en-US" dirty="0" smtClean="0"/>
              <a:t> </a:t>
            </a:r>
            <a:r>
              <a:rPr lang="en-US" dirty="0" err="1" smtClean="0"/>
              <a:t>performansını</a:t>
            </a:r>
            <a:r>
              <a:rPr lang="en-US" dirty="0" smtClean="0"/>
              <a:t> </a:t>
            </a:r>
            <a:r>
              <a:rPr lang="en-US" dirty="0" err="1" smtClean="0"/>
              <a:t>və</a:t>
            </a:r>
            <a:r>
              <a:rPr lang="en-US" dirty="0" smtClean="0"/>
              <a:t> </a:t>
            </a:r>
            <a:r>
              <a:rPr lang="en-US" dirty="0" err="1" smtClean="0"/>
              <a:t>sabitliyini</a:t>
            </a:r>
            <a:r>
              <a:rPr lang="en-US" dirty="0" smtClean="0"/>
              <a:t> </a:t>
            </a:r>
            <a:r>
              <a:rPr lang="en-US" dirty="0" err="1" smtClean="0"/>
              <a:t>birbaşa</a:t>
            </a:r>
            <a:r>
              <a:rPr lang="en-US" dirty="0" smtClean="0"/>
              <a:t> </a:t>
            </a:r>
            <a:r>
              <a:rPr lang="en-US" dirty="0" err="1" smtClean="0"/>
              <a:t>təsir</a:t>
            </a:r>
            <a:r>
              <a:rPr lang="en-US" dirty="0" smtClean="0"/>
              <a:t> </a:t>
            </a:r>
            <a:r>
              <a:rPr lang="en-US" dirty="0" err="1" smtClean="0"/>
              <a:t>edən</a:t>
            </a:r>
            <a:r>
              <a:rPr lang="en-US" dirty="0" smtClean="0"/>
              <a:t> </a:t>
            </a:r>
            <a:r>
              <a:rPr lang="en-US" dirty="0" err="1" smtClean="0"/>
              <a:t>bir</a:t>
            </a:r>
            <a:r>
              <a:rPr lang="en-US" dirty="0" smtClean="0"/>
              <a:t> </a:t>
            </a:r>
            <a:r>
              <a:rPr lang="en-US" dirty="0" err="1" smtClean="0"/>
              <a:t>komponentdir</a:t>
            </a:r>
            <a:r>
              <a:rPr lang="en-US" dirty="0" smtClean="0"/>
              <a:t>, </a:t>
            </a:r>
            <a:r>
              <a:rPr lang="en-US" dirty="0" err="1" smtClean="0"/>
              <a:t>bu</a:t>
            </a:r>
            <a:r>
              <a:rPr lang="en-US" dirty="0" smtClean="0"/>
              <a:t> </a:t>
            </a:r>
            <a:r>
              <a:rPr lang="en-US" dirty="0" err="1" smtClean="0"/>
              <a:t>səbəbdən</a:t>
            </a:r>
            <a:r>
              <a:rPr lang="en-US" dirty="0" smtClean="0"/>
              <a:t> </a:t>
            </a:r>
            <a:r>
              <a:rPr lang="en-US" dirty="0" err="1" smtClean="0"/>
              <a:t>düzgün</a:t>
            </a:r>
            <a:r>
              <a:rPr lang="en-US" dirty="0" smtClean="0"/>
              <a:t> </a:t>
            </a:r>
            <a:r>
              <a:rPr lang="en-US" dirty="0" err="1" smtClean="0"/>
              <a:t>seçim</a:t>
            </a:r>
            <a:r>
              <a:rPr lang="en-US" dirty="0" smtClean="0"/>
              <a:t> </a:t>
            </a:r>
            <a:r>
              <a:rPr lang="en-US" dirty="0" err="1" smtClean="0"/>
              <a:t>etmək</a:t>
            </a:r>
            <a:r>
              <a:rPr lang="en-US" dirty="0" smtClean="0"/>
              <a:t> </a:t>
            </a:r>
            <a:r>
              <a:rPr lang="en-US" dirty="0" err="1" smtClean="0"/>
              <a:t>vacibdir</a:t>
            </a:r>
            <a:r>
              <a:rPr lang="en-US" dirty="0" smtClean="0"/>
              <a:t>.</a:t>
            </a: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715" y="1555587"/>
            <a:ext cx="3736849" cy="3736849"/>
          </a:xfrm>
          <a:prstGeom prst="rect">
            <a:avLst/>
          </a:prstGeom>
        </p:spPr>
      </p:pic>
    </p:spTree>
    <p:extLst>
      <p:ext uri="{BB962C8B-B14F-4D97-AF65-F5344CB8AC3E}">
        <p14:creationId xmlns:p14="http://schemas.microsoft.com/office/powerpoint/2010/main" val="20464938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05891" y="124692"/>
            <a:ext cx="7550727" cy="784830"/>
          </a:xfrm>
          <a:prstGeom prst="rect">
            <a:avLst/>
          </a:prstGeom>
        </p:spPr>
        <p:txBody>
          <a:bodyPr wrap="square">
            <a:spAutoFit/>
          </a:bodyPr>
          <a:lstStyle/>
          <a:p>
            <a:pPr algn="ctr"/>
            <a:r>
              <a:rPr lang="az-Latn-AZ" sz="4500" dirty="0" smtClean="0">
                <a:ln w="0"/>
                <a:effectLst>
                  <a:outerShdw blurRad="38100" dist="19050" dir="2700000" algn="tl" rotWithShape="0">
                    <a:schemeClr val="dk1">
                      <a:alpha val="40000"/>
                    </a:schemeClr>
                  </a:outerShdw>
                </a:effectLst>
                <a:latin typeface="Algerian" panose="04020705040A02060702" pitchFamily="82" charset="0"/>
              </a:rPr>
              <a:t>ANA PLATA</a:t>
            </a:r>
            <a:endParaRPr lang="en-US" sz="4500" dirty="0">
              <a:ln w="0"/>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5"/>
          <p:cNvSpPr/>
          <p:nvPr/>
        </p:nvSpPr>
        <p:spPr>
          <a:xfrm>
            <a:off x="243442" y="909522"/>
            <a:ext cx="6858000" cy="58007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t>Ana </a:t>
            </a:r>
            <a:r>
              <a:rPr lang="en-US" dirty="0" err="1" smtClean="0"/>
              <a:t>plata</a:t>
            </a:r>
            <a:r>
              <a:rPr lang="en-US" dirty="0" smtClean="0"/>
              <a:t> (</a:t>
            </a:r>
            <a:r>
              <a:rPr lang="en-US" dirty="0" err="1" smtClean="0"/>
              <a:t>ya</a:t>
            </a:r>
            <a:r>
              <a:rPr lang="en-US" dirty="0" smtClean="0"/>
              <a:t> da </a:t>
            </a:r>
            <a:r>
              <a:rPr lang="en-US" dirty="0" err="1" smtClean="0"/>
              <a:t>əsas</a:t>
            </a:r>
            <a:r>
              <a:rPr lang="en-US" dirty="0" smtClean="0"/>
              <a:t> </a:t>
            </a:r>
            <a:r>
              <a:rPr lang="en-US" dirty="0" err="1" smtClean="0"/>
              <a:t>plaka</a:t>
            </a:r>
            <a:r>
              <a:rPr lang="en-US" dirty="0" smtClean="0"/>
              <a:t>), </a:t>
            </a:r>
            <a:r>
              <a:rPr lang="en-US" dirty="0" err="1" smtClean="0"/>
              <a:t>bir</a:t>
            </a:r>
            <a:r>
              <a:rPr lang="en-US" dirty="0" smtClean="0"/>
              <a:t> </a:t>
            </a:r>
            <a:r>
              <a:rPr lang="en-US" dirty="0" err="1" smtClean="0"/>
              <a:t>kompüterin</a:t>
            </a:r>
            <a:r>
              <a:rPr lang="en-US" dirty="0" smtClean="0"/>
              <a:t> </a:t>
            </a:r>
            <a:r>
              <a:rPr lang="en-US" dirty="0" err="1" smtClean="0"/>
              <a:t>bütün</a:t>
            </a:r>
            <a:r>
              <a:rPr lang="en-US" dirty="0" smtClean="0"/>
              <a:t> </a:t>
            </a:r>
            <a:r>
              <a:rPr lang="en-US" dirty="0" err="1" smtClean="0"/>
              <a:t>əsas</a:t>
            </a:r>
            <a:r>
              <a:rPr lang="en-US" dirty="0" smtClean="0"/>
              <a:t> </a:t>
            </a:r>
            <a:r>
              <a:rPr lang="en-US" dirty="0" err="1" smtClean="0"/>
              <a:t>komponentlərini</a:t>
            </a:r>
            <a:r>
              <a:rPr lang="en-US" dirty="0" smtClean="0"/>
              <a:t> </a:t>
            </a:r>
            <a:r>
              <a:rPr lang="en-US" dirty="0" err="1" smtClean="0"/>
              <a:t>bir</a:t>
            </a:r>
            <a:r>
              <a:rPr lang="en-US" dirty="0" smtClean="0"/>
              <a:t> </a:t>
            </a:r>
            <a:r>
              <a:rPr lang="en-US" dirty="0" err="1" smtClean="0"/>
              <a:t>araya</a:t>
            </a:r>
            <a:r>
              <a:rPr lang="en-US" dirty="0" smtClean="0"/>
              <a:t> </a:t>
            </a:r>
            <a:r>
              <a:rPr lang="en-US" dirty="0" err="1" smtClean="0"/>
              <a:t>gətirən</a:t>
            </a:r>
            <a:r>
              <a:rPr lang="en-US" dirty="0" smtClean="0"/>
              <a:t> </a:t>
            </a:r>
            <a:r>
              <a:rPr lang="en-US" dirty="0" err="1" smtClean="0"/>
              <a:t>dövrədir</a:t>
            </a:r>
            <a:r>
              <a:rPr lang="en-US" dirty="0" smtClean="0"/>
              <a:t>. Bu </a:t>
            </a:r>
            <a:r>
              <a:rPr lang="en-US" dirty="0" err="1" smtClean="0"/>
              <a:t>plaka</a:t>
            </a:r>
            <a:r>
              <a:rPr lang="en-US" dirty="0" smtClean="0"/>
              <a:t>, </a:t>
            </a:r>
            <a:r>
              <a:rPr lang="en-US" dirty="0" err="1" smtClean="0"/>
              <a:t>prosessor</a:t>
            </a:r>
            <a:r>
              <a:rPr lang="en-US" dirty="0" smtClean="0"/>
              <a:t>, </a:t>
            </a:r>
            <a:r>
              <a:rPr lang="en-US" dirty="0" err="1" smtClean="0"/>
              <a:t>yaddaş</a:t>
            </a:r>
            <a:r>
              <a:rPr lang="en-US" dirty="0" smtClean="0"/>
              <a:t>, </a:t>
            </a:r>
            <a:r>
              <a:rPr lang="en-US" dirty="0" err="1" smtClean="0"/>
              <a:t>çipset</a:t>
            </a:r>
            <a:r>
              <a:rPr lang="en-US" dirty="0" smtClean="0"/>
              <a:t>, </a:t>
            </a:r>
            <a:r>
              <a:rPr lang="en-US" dirty="0" err="1" smtClean="0"/>
              <a:t>genişlənmə</a:t>
            </a:r>
            <a:r>
              <a:rPr lang="en-US" dirty="0" smtClean="0"/>
              <a:t> </a:t>
            </a:r>
            <a:r>
              <a:rPr lang="en-US" dirty="0" err="1" smtClean="0"/>
              <a:t>kartları</a:t>
            </a:r>
            <a:r>
              <a:rPr lang="en-US" dirty="0" smtClean="0"/>
              <a:t>, </a:t>
            </a:r>
            <a:r>
              <a:rPr lang="en-US" dirty="0" err="1" smtClean="0"/>
              <a:t>sabit</a:t>
            </a:r>
            <a:r>
              <a:rPr lang="en-US" dirty="0" smtClean="0"/>
              <a:t> disk </a:t>
            </a:r>
            <a:r>
              <a:rPr lang="en-US" dirty="0" err="1" smtClean="0"/>
              <a:t>və</a:t>
            </a:r>
            <a:r>
              <a:rPr lang="en-US" dirty="0" smtClean="0"/>
              <a:t> </a:t>
            </a:r>
            <a:r>
              <a:rPr lang="en-US" dirty="0" err="1" smtClean="0"/>
              <a:t>digər</a:t>
            </a:r>
            <a:r>
              <a:rPr lang="en-US" dirty="0" smtClean="0"/>
              <a:t> </a:t>
            </a:r>
            <a:r>
              <a:rPr lang="en-US" dirty="0" err="1" smtClean="0"/>
              <a:t>periferik</a:t>
            </a:r>
            <a:r>
              <a:rPr lang="en-US" dirty="0" smtClean="0"/>
              <a:t> </a:t>
            </a:r>
            <a:r>
              <a:rPr lang="en-US" dirty="0" err="1" smtClean="0"/>
              <a:t>cihazlar</a:t>
            </a:r>
            <a:r>
              <a:rPr lang="en-US" dirty="0" smtClean="0"/>
              <a:t> </a:t>
            </a:r>
            <a:r>
              <a:rPr lang="en-US" dirty="0" err="1" smtClean="0"/>
              <a:t>arasında</a:t>
            </a:r>
            <a:r>
              <a:rPr lang="en-US" dirty="0" smtClean="0"/>
              <a:t> </a:t>
            </a:r>
            <a:r>
              <a:rPr lang="en-US" dirty="0" err="1" smtClean="0"/>
              <a:t>əlaqəni</a:t>
            </a:r>
            <a:r>
              <a:rPr lang="en-US" dirty="0" smtClean="0"/>
              <a:t> </a:t>
            </a:r>
            <a:r>
              <a:rPr lang="en-US" dirty="0" err="1" smtClean="0"/>
              <a:t>təmin</a:t>
            </a:r>
            <a:r>
              <a:rPr lang="en-US" dirty="0" smtClean="0"/>
              <a:t> </a:t>
            </a:r>
            <a:r>
              <a:rPr lang="en-US" dirty="0" err="1" smtClean="0"/>
              <a:t>edir</a:t>
            </a:r>
            <a:r>
              <a:rPr lang="en-US" dirty="0" smtClean="0"/>
              <a:t>. Ana </a:t>
            </a:r>
            <a:r>
              <a:rPr lang="en-US" dirty="0" err="1" smtClean="0"/>
              <a:t>platanın</a:t>
            </a:r>
            <a:r>
              <a:rPr lang="en-US" dirty="0" smtClean="0"/>
              <a:t> </a:t>
            </a:r>
            <a:r>
              <a:rPr lang="en-US" dirty="0" err="1" smtClean="0"/>
              <a:t>əsas</a:t>
            </a:r>
            <a:r>
              <a:rPr lang="en-US" dirty="0" smtClean="0"/>
              <a:t> </a:t>
            </a:r>
            <a:r>
              <a:rPr lang="en-US" dirty="0" err="1" smtClean="0"/>
              <a:t>funksiyaları</a:t>
            </a:r>
            <a:r>
              <a:rPr lang="en-US" dirty="0" smtClean="0"/>
              <a:t> </a:t>
            </a:r>
            <a:r>
              <a:rPr lang="en-US" dirty="0" err="1" smtClean="0"/>
              <a:t>arasında</a:t>
            </a:r>
            <a:r>
              <a:rPr lang="en-US" dirty="0" smtClean="0"/>
              <a:t> </a:t>
            </a:r>
            <a:r>
              <a:rPr lang="en-US" dirty="0" err="1" smtClean="0"/>
              <a:t>bunlar</a:t>
            </a:r>
            <a:r>
              <a:rPr lang="en-US" dirty="0" smtClean="0"/>
              <a:t> </a:t>
            </a:r>
            <a:r>
              <a:rPr lang="en-US" dirty="0" err="1" smtClean="0"/>
              <a:t>var</a:t>
            </a:r>
            <a:r>
              <a:rPr lang="en-US" dirty="0" smtClean="0"/>
              <a:t>:</a:t>
            </a:r>
            <a:r>
              <a:rPr lang="az-Latn-AZ" dirty="0" smtClean="0"/>
              <a:t/>
            </a:r>
            <a:br>
              <a:rPr lang="az-Latn-AZ" dirty="0" smtClean="0"/>
            </a:br>
            <a:endParaRPr lang="en-US" dirty="0" smtClean="0"/>
          </a:p>
          <a:p>
            <a:r>
              <a:rPr lang="en-US" b="1" dirty="0" err="1" smtClean="0"/>
              <a:t>Bağlantılar</a:t>
            </a:r>
            <a:r>
              <a:rPr lang="en-US" dirty="0" smtClean="0"/>
              <a:t>: </a:t>
            </a:r>
            <a:r>
              <a:rPr lang="en-US" dirty="0" err="1" smtClean="0"/>
              <a:t>Bütün</a:t>
            </a:r>
            <a:r>
              <a:rPr lang="en-US" dirty="0" smtClean="0"/>
              <a:t> </a:t>
            </a:r>
            <a:r>
              <a:rPr lang="en-US" dirty="0" err="1" smtClean="0"/>
              <a:t>komponentlərin</a:t>
            </a:r>
            <a:r>
              <a:rPr lang="en-US" dirty="0" smtClean="0"/>
              <a:t> </a:t>
            </a:r>
            <a:r>
              <a:rPr lang="en-US" dirty="0" err="1" smtClean="0"/>
              <a:t>bir-biri</a:t>
            </a:r>
            <a:r>
              <a:rPr lang="en-US" dirty="0" smtClean="0"/>
              <a:t> </a:t>
            </a:r>
            <a:r>
              <a:rPr lang="en-US" dirty="0" err="1" smtClean="0"/>
              <a:t>ilə</a:t>
            </a:r>
            <a:r>
              <a:rPr lang="en-US" dirty="0" smtClean="0"/>
              <a:t> </a:t>
            </a:r>
            <a:r>
              <a:rPr lang="en-US" dirty="0" err="1" smtClean="0"/>
              <a:t>əlaqə</a:t>
            </a:r>
            <a:r>
              <a:rPr lang="en-US" dirty="0" smtClean="0"/>
              <a:t> </a:t>
            </a:r>
            <a:r>
              <a:rPr lang="en-US" dirty="0" err="1" smtClean="0"/>
              <a:t>qurmasına</a:t>
            </a:r>
            <a:r>
              <a:rPr lang="en-US" dirty="0" smtClean="0"/>
              <a:t> </a:t>
            </a:r>
            <a:r>
              <a:rPr lang="en-US" dirty="0" err="1" smtClean="0"/>
              <a:t>imkan</a:t>
            </a:r>
            <a:r>
              <a:rPr lang="en-US" dirty="0" smtClean="0"/>
              <a:t> </a:t>
            </a:r>
            <a:r>
              <a:rPr lang="en-US" dirty="0" err="1" smtClean="0"/>
              <a:t>tanıyır</a:t>
            </a:r>
            <a:r>
              <a:rPr lang="en-US" dirty="0" smtClean="0"/>
              <a:t>.</a:t>
            </a:r>
            <a:r>
              <a:rPr lang="az-Latn-AZ" dirty="0" smtClean="0"/>
              <a:t/>
            </a:r>
            <a:br>
              <a:rPr lang="az-Latn-AZ" dirty="0" smtClean="0"/>
            </a:br>
            <a:endParaRPr lang="en-US" dirty="0" smtClean="0"/>
          </a:p>
          <a:p>
            <a:r>
              <a:rPr lang="en-US" b="1" dirty="0" err="1" smtClean="0"/>
              <a:t>Enerji</a:t>
            </a:r>
            <a:r>
              <a:rPr lang="en-US" b="1" dirty="0" smtClean="0"/>
              <a:t> </a:t>
            </a:r>
            <a:r>
              <a:rPr lang="en-US" b="1" dirty="0" err="1" smtClean="0"/>
              <a:t>Dağılımı</a:t>
            </a:r>
            <a:r>
              <a:rPr lang="en-US" dirty="0" smtClean="0"/>
              <a:t>: </a:t>
            </a:r>
            <a:r>
              <a:rPr lang="en-US" dirty="0" err="1" smtClean="0"/>
              <a:t>Cihazlara</a:t>
            </a:r>
            <a:r>
              <a:rPr lang="en-US" dirty="0" smtClean="0"/>
              <a:t> </a:t>
            </a:r>
            <a:r>
              <a:rPr lang="en-US" dirty="0" err="1" smtClean="0"/>
              <a:t>enerji</a:t>
            </a:r>
            <a:r>
              <a:rPr lang="en-US" dirty="0" smtClean="0"/>
              <a:t> </a:t>
            </a:r>
            <a:r>
              <a:rPr lang="en-US" dirty="0" err="1" smtClean="0"/>
              <a:t>ötürməsini</a:t>
            </a:r>
            <a:r>
              <a:rPr lang="en-US" dirty="0" smtClean="0"/>
              <a:t> </a:t>
            </a:r>
            <a:r>
              <a:rPr lang="en-US" dirty="0" err="1" smtClean="0"/>
              <a:t>təmin</a:t>
            </a:r>
            <a:r>
              <a:rPr lang="en-US" dirty="0" smtClean="0"/>
              <a:t> </a:t>
            </a:r>
            <a:r>
              <a:rPr lang="en-US" dirty="0" err="1" smtClean="0"/>
              <a:t>edir</a:t>
            </a:r>
            <a:r>
              <a:rPr lang="en-US" dirty="0" smtClean="0"/>
              <a:t>.</a:t>
            </a:r>
          </a:p>
          <a:p>
            <a:r>
              <a:rPr lang="en-US" b="1" dirty="0" err="1" smtClean="0"/>
              <a:t>Genişlənmə</a:t>
            </a:r>
            <a:r>
              <a:rPr lang="en-US" b="1" dirty="0" smtClean="0"/>
              <a:t> </a:t>
            </a:r>
            <a:r>
              <a:rPr lang="en-US" b="1" dirty="0" err="1" smtClean="0"/>
              <a:t>İmkanları</a:t>
            </a:r>
            <a:r>
              <a:rPr lang="en-US" dirty="0" smtClean="0"/>
              <a:t>: </a:t>
            </a:r>
            <a:r>
              <a:rPr lang="en-US" dirty="0" err="1" smtClean="0"/>
              <a:t>PCIe</a:t>
            </a:r>
            <a:r>
              <a:rPr lang="en-US" dirty="0" smtClean="0"/>
              <a:t>, SATA </a:t>
            </a:r>
            <a:r>
              <a:rPr lang="en-US" dirty="0" err="1" smtClean="0"/>
              <a:t>və</a:t>
            </a:r>
            <a:r>
              <a:rPr lang="en-US" dirty="0" smtClean="0"/>
              <a:t> </a:t>
            </a:r>
            <a:r>
              <a:rPr lang="en-US" dirty="0" err="1" smtClean="0"/>
              <a:t>digər</a:t>
            </a:r>
            <a:r>
              <a:rPr lang="en-US" dirty="0" smtClean="0"/>
              <a:t> </a:t>
            </a:r>
            <a:r>
              <a:rPr lang="en-US" dirty="0" err="1" smtClean="0"/>
              <a:t>slotlar</a:t>
            </a:r>
            <a:r>
              <a:rPr lang="en-US" dirty="0" smtClean="0"/>
              <a:t> </a:t>
            </a:r>
            <a:r>
              <a:rPr lang="en-US" dirty="0" err="1" smtClean="0"/>
              <a:t>vasitəsilə</a:t>
            </a:r>
            <a:r>
              <a:rPr lang="en-US" dirty="0" smtClean="0"/>
              <a:t> </a:t>
            </a:r>
            <a:r>
              <a:rPr lang="en-US" dirty="0" err="1" smtClean="0"/>
              <a:t>əlavə</a:t>
            </a:r>
            <a:r>
              <a:rPr lang="en-US" dirty="0" smtClean="0"/>
              <a:t> </a:t>
            </a:r>
            <a:r>
              <a:rPr lang="en-US" dirty="0" err="1" smtClean="0"/>
              <a:t>cihazların</a:t>
            </a:r>
            <a:r>
              <a:rPr lang="en-US" dirty="0" smtClean="0"/>
              <a:t> </a:t>
            </a:r>
            <a:r>
              <a:rPr lang="en-US" dirty="0" err="1" smtClean="0"/>
              <a:t>qoşulmasına</a:t>
            </a:r>
            <a:r>
              <a:rPr lang="en-US" dirty="0" smtClean="0"/>
              <a:t> </a:t>
            </a:r>
            <a:r>
              <a:rPr lang="en-US" dirty="0" err="1" smtClean="0"/>
              <a:t>imkan</a:t>
            </a:r>
            <a:r>
              <a:rPr lang="en-US" dirty="0" smtClean="0"/>
              <a:t> </a:t>
            </a:r>
            <a:r>
              <a:rPr lang="en-US" dirty="0" err="1" smtClean="0"/>
              <a:t>yaradır</a:t>
            </a:r>
            <a:r>
              <a:rPr lang="en-US" dirty="0" smtClean="0"/>
              <a:t>.</a:t>
            </a:r>
            <a:r>
              <a:rPr lang="az-Latn-AZ" dirty="0" smtClean="0"/>
              <a:t/>
            </a:r>
            <a:br>
              <a:rPr lang="az-Latn-AZ" dirty="0" smtClean="0"/>
            </a:br>
            <a:endParaRPr lang="en-US" dirty="0" smtClean="0"/>
          </a:p>
          <a:p>
            <a:r>
              <a:rPr lang="en-US" b="1" dirty="0" err="1" smtClean="0"/>
              <a:t>Məlumat</a:t>
            </a:r>
            <a:r>
              <a:rPr lang="en-US" b="1" dirty="0" smtClean="0"/>
              <a:t> </a:t>
            </a:r>
            <a:r>
              <a:rPr lang="en-US" b="1" dirty="0" err="1" smtClean="0"/>
              <a:t>İdarəsi</a:t>
            </a:r>
            <a:r>
              <a:rPr lang="en-US" dirty="0" smtClean="0"/>
              <a:t>: </a:t>
            </a:r>
            <a:r>
              <a:rPr lang="en-US" dirty="0" err="1" smtClean="0"/>
              <a:t>Məlumatların</a:t>
            </a:r>
            <a:r>
              <a:rPr lang="en-US" dirty="0" smtClean="0"/>
              <a:t> </a:t>
            </a:r>
            <a:r>
              <a:rPr lang="en-US" dirty="0" err="1" smtClean="0"/>
              <a:t>prosessor</a:t>
            </a:r>
            <a:r>
              <a:rPr lang="en-US" dirty="0" smtClean="0"/>
              <a:t>, </a:t>
            </a:r>
            <a:r>
              <a:rPr lang="en-US" dirty="0" err="1" smtClean="0"/>
              <a:t>yaddaş</a:t>
            </a:r>
            <a:r>
              <a:rPr lang="en-US" dirty="0" smtClean="0"/>
              <a:t> </a:t>
            </a:r>
            <a:r>
              <a:rPr lang="en-US" dirty="0" err="1" smtClean="0"/>
              <a:t>və</a:t>
            </a:r>
            <a:r>
              <a:rPr lang="en-US" dirty="0" smtClean="0"/>
              <a:t> </a:t>
            </a:r>
            <a:r>
              <a:rPr lang="en-US" dirty="0" err="1" smtClean="0"/>
              <a:t>digər</a:t>
            </a:r>
            <a:r>
              <a:rPr lang="en-US" dirty="0" smtClean="0"/>
              <a:t> </a:t>
            </a:r>
            <a:r>
              <a:rPr lang="en-US" dirty="0" err="1" smtClean="0"/>
              <a:t>komponentlər</a:t>
            </a:r>
            <a:r>
              <a:rPr lang="en-US" dirty="0" smtClean="0"/>
              <a:t> </a:t>
            </a:r>
            <a:r>
              <a:rPr lang="en-US" dirty="0" err="1" smtClean="0"/>
              <a:t>arasında</a:t>
            </a:r>
            <a:r>
              <a:rPr lang="en-US" dirty="0" smtClean="0"/>
              <a:t> </a:t>
            </a:r>
            <a:r>
              <a:rPr lang="en-US" dirty="0" err="1" smtClean="0"/>
              <a:t>mübadiləsini</a:t>
            </a:r>
            <a:r>
              <a:rPr lang="en-US" dirty="0" smtClean="0"/>
              <a:t> </a:t>
            </a:r>
            <a:r>
              <a:rPr lang="en-US" dirty="0" err="1" smtClean="0"/>
              <a:t>tənzimləyir</a:t>
            </a:r>
            <a:r>
              <a:rPr lang="en-US" dirty="0" smtClean="0"/>
              <a:t>.</a:t>
            </a:r>
            <a:r>
              <a:rPr lang="az-Latn-AZ" dirty="0" smtClean="0"/>
              <a:t/>
            </a:r>
            <a:br>
              <a:rPr lang="az-Latn-AZ" dirty="0" smtClean="0"/>
            </a:br>
            <a:endParaRPr lang="en-US" dirty="0" smtClean="0"/>
          </a:p>
          <a:p>
            <a:r>
              <a:rPr lang="en-US" dirty="0" smtClean="0"/>
              <a:t>Ana </a:t>
            </a:r>
            <a:r>
              <a:rPr lang="en-US" dirty="0" err="1" smtClean="0"/>
              <a:t>platanın</a:t>
            </a:r>
            <a:r>
              <a:rPr lang="en-US" dirty="0" smtClean="0"/>
              <a:t> </a:t>
            </a:r>
            <a:r>
              <a:rPr lang="en-US" dirty="0" err="1" smtClean="0"/>
              <a:t>spesifikasiyaları</a:t>
            </a:r>
            <a:r>
              <a:rPr lang="en-US" dirty="0" smtClean="0"/>
              <a:t>, </a:t>
            </a:r>
            <a:r>
              <a:rPr lang="en-US" dirty="0" err="1" smtClean="0"/>
              <a:t>sistemin</a:t>
            </a:r>
            <a:r>
              <a:rPr lang="en-US" dirty="0" smtClean="0"/>
              <a:t> </a:t>
            </a:r>
            <a:r>
              <a:rPr lang="en-US" dirty="0" err="1" smtClean="0"/>
              <a:t>performansını</a:t>
            </a:r>
            <a:r>
              <a:rPr lang="en-US" dirty="0" smtClean="0"/>
              <a:t> </a:t>
            </a:r>
            <a:r>
              <a:rPr lang="en-US" dirty="0" err="1" smtClean="0"/>
              <a:t>və</a:t>
            </a:r>
            <a:r>
              <a:rPr lang="en-US" dirty="0" smtClean="0"/>
              <a:t> </a:t>
            </a:r>
            <a:r>
              <a:rPr lang="en-US" dirty="0" err="1" smtClean="0"/>
              <a:t>genişlənmə</a:t>
            </a:r>
            <a:r>
              <a:rPr lang="en-US" dirty="0" smtClean="0"/>
              <a:t> </a:t>
            </a:r>
            <a:r>
              <a:rPr lang="en-US" dirty="0" err="1" smtClean="0"/>
              <a:t>imkanlarını</a:t>
            </a:r>
            <a:r>
              <a:rPr lang="en-US" dirty="0" smtClean="0"/>
              <a:t> </a:t>
            </a:r>
            <a:r>
              <a:rPr lang="en-US" dirty="0" err="1" smtClean="0"/>
              <a:t>birbaşa</a:t>
            </a:r>
            <a:r>
              <a:rPr lang="en-US" dirty="0" smtClean="0"/>
              <a:t> </a:t>
            </a:r>
            <a:r>
              <a:rPr lang="en-US" dirty="0" err="1" smtClean="0"/>
              <a:t>təsir</a:t>
            </a:r>
            <a:r>
              <a:rPr lang="en-US" dirty="0" smtClean="0"/>
              <a:t> </a:t>
            </a:r>
            <a:r>
              <a:rPr lang="en-US" dirty="0" err="1" smtClean="0"/>
              <a:t>edir</a:t>
            </a:r>
            <a:r>
              <a:rPr lang="en-US" dirty="0" smtClean="0"/>
              <a:t>, </a:t>
            </a:r>
            <a:r>
              <a:rPr lang="en-US" dirty="0" err="1" smtClean="0"/>
              <a:t>buna</a:t>
            </a:r>
            <a:r>
              <a:rPr lang="en-US" dirty="0" smtClean="0"/>
              <a:t> </a:t>
            </a:r>
            <a:r>
              <a:rPr lang="en-US" dirty="0" err="1" smtClean="0"/>
              <a:t>görə</a:t>
            </a:r>
            <a:r>
              <a:rPr lang="en-US" dirty="0" smtClean="0"/>
              <a:t> </a:t>
            </a:r>
            <a:r>
              <a:rPr lang="en-US" dirty="0" err="1" smtClean="0"/>
              <a:t>doğru</a:t>
            </a:r>
            <a:r>
              <a:rPr lang="en-US" dirty="0" smtClean="0"/>
              <a:t> model </a:t>
            </a:r>
            <a:r>
              <a:rPr lang="en-US" dirty="0" err="1" smtClean="0"/>
              <a:t>seçmək</a:t>
            </a:r>
            <a:r>
              <a:rPr lang="en-US" dirty="0" smtClean="0"/>
              <a:t> </a:t>
            </a:r>
            <a:r>
              <a:rPr lang="en-US" dirty="0" err="1" smtClean="0"/>
              <a:t>vacibdir</a:t>
            </a:r>
            <a:r>
              <a:rPr lang="en-US" dirty="0" smtClean="0"/>
              <a:t>.</a:t>
            </a:r>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48878" y="1632608"/>
            <a:ext cx="3798373" cy="3798373"/>
          </a:xfrm>
          <a:prstGeom prst="rect">
            <a:avLst/>
          </a:prstGeom>
        </p:spPr>
      </p:pic>
    </p:spTree>
    <p:extLst>
      <p:ext uri="{BB962C8B-B14F-4D97-AF65-F5344CB8AC3E}">
        <p14:creationId xmlns:p14="http://schemas.microsoft.com/office/powerpoint/2010/main" val="17209348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76401" y="2133600"/>
            <a:ext cx="8492836" cy="1938992"/>
          </a:xfrm>
          <a:prstGeom prst="rect">
            <a:avLst/>
          </a:prstGeom>
        </p:spPr>
        <p:txBody>
          <a:bodyPr wrap="square">
            <a:spAutoFit/>
          </a:bodyPr>
          <a:lstStyle/>
          <a:p>
            <a:pPr algn="ctr"/>
            <a:r>
              <a:rPr lang="az-Latn-AZ" sz="6000" dirty="0" smtClean="0">
                <a:ln w="0"/>
                <a:effectLst>
                  <a:outerShdw blurRad="38100" dist="19050" dir="2700000" algn="tl" rotWithShape="0">
                    <a:schemeClr val="dk1">
                      <a:alpha val="40000"/>
                    </a:schemeClr>
                  </a:outerShdw>
                </a:effectLst>
                <a:latin typeface="Algerian" panose="04020705040A02060702" pitchFamily="82" charset="0"/>
              </a:rPr>
              <a:t>DİQQƏTİNİZ ÜÇÜN</a:t>
            </a:r>
            <a:br>
              <a:rPr lang="az-Latn-AZ" sz="6000" dirty="0" smtClean="0">
                <a:ln w="0"/>
                <a:effectLst>
                  <a:outerShdw blurRad="38100" dist="19050" dir="2700000" algn="tl" rotWithShape="0">
                    <a:schemeClr val="dk1">
                      <a:alpha val="40000"/>
                    </a:schemeClr>
                  </a:outerShdw>
                </a:effectLst>
                <a:latin typeface="Algerian" panose="04020705040A02060702" pitchFamily="82" charset="0"/>
              </a:rPr>
            </a:br>
            <a:r>
              <a:rPr lang="az-Latn-AZ" sz="6000" dirty="0" smtClean="0">
                <a:ln w="0"/>
                <a:effectLst>
                  <a:outerShdw blurRad="38100" dist="19050" dir="2700000" algn="tl" rotWithShape="0">
                    <a:schemeClr val="dk1">
                      <a:alpha val="40000"/>
                    </a:schemeClr>
                  </a:outerShdw>
                </a:effectLst>
                <a:latin typeface="Algerian" panose="04020705040A02060702" pitchFamily="82" charset="0"/>
              </a:rPr>
              <a:t>TƏŞƏKKÜR EDİRƏM!</a:t>
            </a:r>
            <a:endParaRPr lang="en-US" sz="6000" dirty="0">
              <a:ln w="0"/>
              <a:effectLst>
                <a:outerShdw blurRad="38100" dist="19050" dir="2700000" algn="tl" rotWithShape="0">
                  <a:schemeClr val="dk1">
                    <a:alpha val="40000"/>
                  </a:schemeClr>
                </a:outerShdw>
              </a:effectLst>
              <a:latin typeface="Algerian" panose="04020705040A02060702" pitchFamily="82" charset="0"/>
            </a:endParaRPr>
          </a:p>
        </p:txBody>
      </p:sp>
    </p:spTree>
    <p:extLst>
      <p:ext uri="{BB962C8B-B14F-4D97-AF65-F5344CB8AC3E}">
        <p14:creationId xmlns:p14="http://schemas.microsoft.com/office/powerpoint/2010/main" val="16893221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267</TotalTime>
  <Words>1139</Words>
  <Application>Microsoft Office PowerPoint</Application>
  <PresentationFormat>Widescreen</PresentationFormat>
  <Paragraphs>83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Algerian</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21</cp:revision>
  <dcterms:created xsi:type="dcterms:W3CDTF">2024-10-08T08:29:27Z</dcterms:created>
  <dcterms:modified xsi:type="dcterms:W3CDTF">2024-12-09T15:58:10Z</dcterms:modified>
</cp:coreProperties>
</file>